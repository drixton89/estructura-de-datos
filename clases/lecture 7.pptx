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660" r:id="rId2"/>
  </p:sldMasterIdLst>
  <p:notesMasterIdLst>
    <p:notesMasterId r:id="rId33"/>
  </p:notesMasterIdLst>
  <p:sldIdLst>
    <p:sldId id="323" r:id="rId3"/>
    <p:sldId id="580" r:id="rId4"/>
    <p:sldId id="582" r:id="rId5"/>
    <p:sldId id="581" r:id="rId6"/>
    <p:sldId id="583" r:id="rId7"/>
    <p:sldId id="584" r:id="rId8"/>
    <p:sldId id="585" r:id="rId9"/>
    <p:sldId id="586" r:id="rId10"/>
    <p:sldId id="587" r:id="rId11"/>
    <p:sldId id="588" r:id="rId12"/>
    <p:sldId id="589" r:id="rId13"/>
    <p:sldId id="605" r:id="rId14"/>
    <p:sldId id="590" r:id="rId15"/>
    <p:sldId id="591" r:id="rId16"/>
    <p:sldId id="592" r:id="rId17"/>
    <p:sldId id="593" r:id="rId18"/>
    <p:sldId id="594" r:id="rId19"/>
    <p:sldId id="595" r:id="rId20"/>
    <p:sldId id="596" r:id="rId21"/>
    <p:sldId id="597" r:id="rId22"/>
    <p:sldId id="598" r:id="rId23"/>
    <p:sldId id="599" r:id="rId24"/>
    <p:sldId id="600" r:id="rId25"/>
    <p:sldId id="601" r:id="rId26"/>
    <p:sldId id="602" r:id="rId27"/>
    <p:sldId id="603" r:id="rId28"/>
    <p:sldId id="604" r:id="rId29"/>
    <p:sldId id="606" r:id="rId30"/>
    <p:sldId id="607" r:id="rId31"/>
    <p:sldId id="358" r:id="rId3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2647F0-5B0F-4901-8347-647011F86801}" v="56" dt="2023-09-21T23:50:40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6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3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42" Type="http://schemas.openxmlformats.org/officeDocument/2006/relationships/customXml" Target="../customXml/item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ZABETH OSPINA ROJAS" userId="c7441972-6229-48cb-ac5f-580afb027766" providerId="ADAL" clId="{BE2647F0-5B0F-4901-8347-647011F86801}"/>
    <pc:docChg chg="undo custSel addSld delSld modSld sldOrd">
      <pc:chgData name="ELIZABETH OSPINA ROJAS" userId="c7441972-6229-48cb-ac5f-580afb027766" providerId="ADAL" clId="{BE2647F0-5B0F-4901-8347-647011F86801}" dt="2023-09-21T23:55:10.842" v="2720" actId="14100"/>
      <pc:docMkLst>
        <pc:docMk/>
      </pc:docMkLst>
      <pc:sldChg chg="addSp delSp modSp mod">
        <pc:chgData name="ELIZABETH OSPINA ROJAS" userId="c7441972-6229-48cb-ac5f-580afb027766" providerId="ADAL" clId="{BE2647F0-5B0F-4901-8347-647011F86801}" dt="2023-09-21T22:29:20.430" v="184" actId="1076"/>
        <pc:sldMkLst>
          <pc:docMk/>
          <pc:sldMk cId="3048048112" sldId="580"/>
        </pc:sldMkLst>
        <pc:spChg chg="mod">
          <ac:chgData name="ELIZABETH OSPINA ROJAS" userId="c7441972-6229-48cb-ac5f-580afb027766" providerId="ADAL" clId="{BE2647F0-5B0F-4901-8347-647011F86801}" dt="2023-09-21T22:04:27.843" v="11" actId="20577"/>
          <ac:spMkLst>
            <pc:docMk/>
            <pc:sldMk cId="3048048112" sldId="580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2:27:03.984" v="164" actId="14100"/>
          <ac:spMkLst>
            <pc:docMk/>
            <pc:sldMk cId="3048048112" sldId="580"/>
            <ac:spMk id="3" creationId="{2C78B3EB-0EC3-824E-30C5-1E3373DDAC40}"/>
          </ac:spMkLst>
        </pc:spChg>
        <pc:picChg chg="add mod">
          <ac:chgData name="ELIZABETH OSPINA ROJAS" userId="c7441972-6229-48cb-ac5f-580afb027766" providerId="ADAL" clId="{BE2647F0-5B0F-4901-8347-647011F86801}" dt="2023-09-21T22:29:20.430" v="184" actId="1076"/>
          <ac:picMkLst>
            <pc:docMk/>
            <pc:sldMk cId="3048048112" sldId="580"/>
            <ac:picMk id="4" creationId="{8B7B7224-4502-799A-F831-13C91FABCE87}"/>
          </ac:picMkLst>
        </pc:picChg>
        <pc:picChg chg="add mod">
          <ac:chgData name="ELIZABETH OSPINA ROJAS" userId="c7441972-6229-48cb-ac5f-580afb027766" providerId="ADAL" clId="{BE2647F0-5B0F-4901-8347-647011F86801}" dt="2023-09-21T22:29:20.430" v="184" actId="1076"/>
          <ac:picMkLst>
            <pc:docMk/>
            <pc:sldMk cId="3048048112" sldId="580"/>
            <ac:picMk id="5" creationId="{51B35E79-3C1A-B877-EB26-2CBD939A0B78}"/>
          </ac:picMkLst>
        </pc:picChg>
        <pc:picChg chg="del">
          <ac:chgData name="ELIZABETH OSPINA ROJAS" userId="c7441972-6229-48cb-ac5f-580afb027766" providerId="ADAL" clId="{BE2647F0-5B0F-4901-8347-647011F86801}" dt="2023-09-21T22:24:25.296" v="67" actId="478"/>
          <ac:picMkLst>
            <pc:docMk/>
            <pc:sldMk cId="3048048112" sldId="580"/>
            <ac:picMk id="1026" creationId="{4260A084-36E0-8659-BBE8-78F8994B59EA}"/>
          </ac:picMkLst>
        </pc:picChg>
        <pc:picChg chg="add del mod">
          <ac:chgData name="ELIZABETH OSPINA ROJAS" userId="c7441972-6229-48cb-ac5f-580afb027766" providerId="ADAL" clId="{BE2647F0-5B0F-4901-8347-647011F86801}" dt="2023-09-21T22:27:52.331" v="172" actId="21"/>
          <ac:picMkLst>
            <pc:docMk/>
            <pc:sldMk cId="3048048112" sldId="580"/>
            <ac:picMk id="2050" creationId="{93EF253C-0D61-AC04-2795-E865006A1B73}"/>
          </ac:picMkLst>
        </pc:picChg>
        <pc:picChg chg="add mod">
          <ac:chgData name="ELIZABETH OSPINA ROJAS" userId="c7441972-6229-48cb-ac5f-580afb027766" providerId="ADAL" clId="{BE2647F0-5B0F-4901-8347-647011F86801}" dt="2023-09-21T22:29:20.430" v="184" actId="1076"/>
          <ac:picMkLst>
            <pc:docMk/>
            <pc:sldMk cId="3048048112" sldId="580"/>
            <ac:picMk id="2052" creationId="{80DF071B-AC3A-FD08-1DD2-CBBF1268362B}"/>
          </ac:picMkLst>
        </pc:picChg>
      </pc:sldChg>
      <pc:sldChg chg="del">
        <pc:chgData name="ELIZABETH OSPINA ROJAS" userId="c7441972-6229-48cb-ac5f-580afb027766" providerId="ADAL" clId="{BE2647F0-5B0F-4901-8347-647011F86801}" dt="2023-09-21T22:25:12.048" v="71" actId="47"/>
        <pc:sldMkLst>
          <pc:docMk/>
          <pc:sldMk cId="334490584" sldId="581"/>
        </pc:sldMkLst>
      </pc:sldChg>
      <pc:sldChg chg="addSp delSp modSp add mod">
        <pc:chgData name="ELIZABETH OSPINA ROJAS" userId="c7441972-6229-48cb-ac5f-580afb027766" providerId="ADAL" clId="{BE2647F0-5B0F-4901-8347-647011F86801}" dt="2023-09-21T22:25:59.984" v="153" actId="1076"/>
        <pc:sldMkLst>
          <pc:docMk/>
          <pc:sldMk cId="762982714" sldId="581"/>
        </pc:sldMkLst>
        <pc:spChg chg="mod">
          <ac:chgData name="ELIZABETH OSPINA ROJAS" userId="c7441972-6229-48cb-ac5f-580afb027766" providerId="ADAL" clId="{BE2647F0-5B0F-4901-8347-647011F86801}" dt="2023-09-21T22:25:34.218" v="144" actId="20577"/>
          <ac:spMkLst>
            <pc:docMk/>
            <pc:sldMk cId="762982714" sldId="581"/>
            <ac:spMk id="2" creationId="{22DD76AA-733F-FBF7-5E77-F1AB9604382B}"/>
          </ac:spMkLst>
        </pc:spChg>
        <pc:spChg chg="del">
          <ac:chgData name="ELIZABETH OSPINA ROJAS" userId="c7441972-6229-48cb-ac5f-580afb027766" providerId="ADAL" clId="{BE2647F0-5B0F-4901-8347-647011F86801}" dt="2023-09-21T22:25:36.440" v="145" actId="478"/>
          <ac:spMkLst>
            <pc:docMk/>
            <pc:sldMk cId="762982714" sldId="581"/>
            <ac:spMk id="3" creationId="{2C78B3EB-0EC3-824E-30C5-1E3373DDAC40}"/>
          </ac:spMkLst>
        </pc:spChg>
        <pc:spChg chg="add del mod">
          <ac:chgData name="ELIZABETH OSPINA ROJAS" userId="c7441972-6229-48cb-ac5f-580afb027766" providerId="ADAL" clId="{BE2647F0-5B0F-4901-8347-647011F86801}" dt="2023-09-21T22:25:38.476" v="146" actId="478"/>
          <ac:spMkLst>
            <pc:docMk/>
            <pc:sldMk cId="762982714" sldId="581"/>
            <ac:spMk id="5" creationId="{C4CBF2F5-990B-235B-E038-AAC64CD117EE}"/>
          </ac:spMkLst>
        </pc:spChg>
        <pc:picChg chg="add mod">
          <ac:chgData name="ELIZABETH OSPINA ROJAS" userId="c7441972-6229-48cb-ac5f-580afb027766" providerId="ADAL" clId="{BE2647F0-5B0F-4901-8347-647011F86801}" dt="2023-09-21T22:25:59.984" v="153" actId="1076"/>
          <ac:picMkLst>
            <pc:docMk/>
            <pc:sldMk cId="762982714" sldId="581"/>
            <ac:picMk id="1026" creationId="{6E3315FA-75EB-FC73-7EE3-177BD3B73587}"/>
          </ac:picMkLst>
        </pc:picChg>
      </pc:sldChg>
      <pc:sldChg chg="addSp modSp add mod">
        <pc:chgData name="ELIZABETH OSPINA ROJAS" userId="c7441972-6229-48cb-ac5f-580afb027766" providerId="ADAL" clId="{BE2647F0-5B0F-4901-8347-647011F86801}" dt="2023-09-21T22:30:28.030" v="190" actId="1076"/>
        <pc:sldMkLst>
          <pc:docMk/>
          <pc:sldMk cId="2433644849" sldId="582"/>
        </pc:sldMkLst>
        <pc:spChg chg="mod">
          <ac:chgData name="ELIZABETH OSPINA ROJAS" userId="c7441972-6229-48cb-ac5f-580afb027766" providerId="ADAL" clId="{BE2647F0-5B0F-4901-8347-647011F86801}" dt="2023-09-21T22:30:24.807" v="189" actId="14100"/>
          <ac:spMkLst>
            <pc:docMk/>
            <pc:sldMk cId="2433644849" sldId="582"/>
            <ac:spMk id="3" creationId="{2C78B3EB-0EC3-824E-30C5-1E3373DDAC40}"/>
          </ac:spMkLst>
        </pc:spChg>
        <pc:picChg chg="add mod">
          <ac:chgData name="ELIZABETH OSPINA ROJAS" userId="c7441972-6229-48cb-ac5f-580afb027766" providerId="ADAL" clId="{BE2647F0-5B0F-4901-8347-647011F86801}" dt="2023-09-21T22:30:28.030" v="190" actId="1076"/>
          <ac:picMkLst>
            <pc:docMk/>
            <pc:sldMk cId="2433644849" sldId="582"/>
            <ac:picMk id="4" creationId="{193F2329-660F-CAD1-32A9-A0CFF8466BAC}"/>
          </ac:picMkLst>
        </pc:picChg>
      </pc:sldChg>
      <pc:sldChg chg="addSp delSp modSp add mod">
        <pc:chgData name="ELIZABETH OSPINA ROJAS" userId="c7441972-6229-48cb-ac5f-580afb027766" providerId="ADAL" clId="{BE2647F0-5B0F-4901-8347-647011F86801}" dt="2023-09-21T22:34:56.832" v="422" actId="207"/>
        <pc:sldMkLst>
          <pc:docMk/>
          <pc:sldMk cId="965293918" sldId="583"/>
        </pc:sldMkLst>
        <pc:spChg chg="mod">
          <ac:chgData name="ELIZABETH OSPINA ROJAS" userId="c7441972-6229-48cb-ac5f-580afb027766" providerId="ADAL" clId="{BE2647F0-5B0F-4901-8347-647011F86801}" dt="2023-09-21T22:32:30.259" v="219" actId="20577"/>
          <ac:spMkLst>
            <pc:docMk/>
            <pc:sldMk cId="965293918" sldId="583"/>
            <ac:spMk id="2" creationId="{22DD76AA-733F-FBF7-5E77-F1AB9604382B}"/>
          </ac:spMkLst>
        </pc:spChg>
        <pc:spChg chg="add mod">
          <ac:chgData name="ELIZABETH OSPINA ROJAS" userId="c7441972-6229-48cb-ac5f-580afb027766" providerId="ADAL" clId="{BE2647F0-5B0F-4901-8347-647011F86801}" dt="2023-09-21T22:34:56.832" v="422" actId="207"/>
          <ac:spMkLst>
            <pc:docMk/>
            <pc:sldMk cId="965293918" sldId="583"/>
            <ac:spMk id="3" creationId="{47AEB000-5D74-DE93-C1A5-C357EC3CBF31}"/>
          </ac:spMkLst>
        </pc:spChg>
        <pc:picChg chg="del">
          <ac:chgData name="ELIZABETH OSPINA ROJAS" userId="c7441972-6229-48cb-ac5f-580afb027766" providerId="ADAL" clId="{BE2647F0-5B0F-4901-8347-647011F86801}" dt="2023-09-21T22:32:32.015" v="220" actId="478"/>
          <ac:picMkLst>
            <pc:docMk/>
            <pc:sldMk cId="965293918" sldId="583"/>
            <ac:picMk id="1026" creationId="{6E3315FA-75EB-FC73-7EE3-177BD3B73587}"/>
          </ac:picMkLst>
        </pc:picChg>
      </pc:sldChg>
      <pc:sldChg chg="modSp add del mod">
        <pc:chgData name="ELIZABETH OSPINA ROJAS" userId="c7441972-6229-48cb-ac5f-580afb027766" providerId="ADAL" clId="{BE2647F0-5B0F-4901-8347-647011F86801}" dt="2023-09-21T22:31:58.518" v="217" actId="2696"/>
        <pc:sldMkLst>
          <pc:docMk/>
          <pc:sldMk cId="1650573547" sldId="583"/>
        </pc:sldMkLst>
        <pc:spChg chg="mod">
          <ac:chgData name="ELIZABETH OSPINA ROJAS" userId="c7441972-6229-48cb-ac5f-580afb027766" providerId="ADAL" clId="{BE2647F0-5B0F-4901-8347-647011F86801}" dt="2023-09-21T22:31:50.624" v="216" actId="20577"/>
          <ac:spMkLst>
            <pc:docMk/>
            <pc:sldMk cId="1650573547" sldId="583"/>
            <ac:spMk id="2" creationId="{22DD76AA-733F-FBF7-5E77-F1AB9604382B}"/>
          </ac:spMkLst>
        </pc:spChg>
      </pc:sldChg>
      <pc:sldChg chg="addSp modSp add mod">
        <pc:chgData name="ELIZABETH OSPINA ROJAS" userId="c7441972-6229-48cb-ac5f-580afb027766" providerId="ADAL" clId="{BE2647F0-5B0F-4901-8347-647011F86801}" dt="2023-09-21T22:38:24.397" v="618" actId="1076"/>
        <pc:sldMkLst>
          <pc:docMk/>
          <pc:sldMk cId="2105030877" sldId="584"/>
        </pc:sldMkLst>
        <pc:spChg chg="mod">
          <ac:chgData name="ELIZABETH OSPINA ROJAS" userId="c7441972-6229-48cb-ac5f-580afb027766" providerId="ADAL" clId="{BE2647F0-5B0F-4901-8347-647011F86801}" dt="2023-09-21T22:35:42.524" v="440" actId="20577"/>
          <ac:spMkLst>
            <pc:docMk/>
            <pc:sldMk cId="2105030877" sldId="584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2:37:51.559" v="612" actId="14100"/>
          <ac:spMkLst>
            <pc:docMk/>
            <pc:sldMk cId="2105030877" sldId="584"/>
            <ac:spMk id="3" creationId="{47AEB000-5D74-DE93-C1A5-C357EC3CBF31}"/>
          </ac:spMkLst>
        </pc:spChg>
        <pc:picChg chg="add mod">
          <ac:chgData name="ELIZABETH OSPINA ROJAS" userId="c7441972-6229-48cb-ac5f-580afb027766" providerId="ADAL" clId="{BE2647F0-5B0F-4901-8347-647011F86801}" dt="2023-09-21T22:38:24.397" v="618" actId="1076"/>
          <ac:picMkLst>
            <pc:docMk/>
            <pc:sldMk cId="2105030877" sldId="584"/>
            <ac:picMk id="4098" creationId="{C5B19E70-4CF5-F59B-D2FB-EEFC9DBB2AE3}"/>
          </ac:picMkLst>
        </pc:picChg>
      </pc:sldChg>
      <pc:sldChg chg="addSp delSp modSp add mod">
        <pc:chgData name="ELIZABETH OSPINA ROJAS" userId="c7441972-6229-48cb-ac5f-580afb027766" providerId="ADAL" clId="{BE2647F0-5B0F-4901-8347-647011F86801}" dt="2023-09-21T22:55:46.422" v="683" actId="1076"/>
        <pc:sldMkLst>
          <pc:docMk/>
          <pc:sldMk cId="14150082" sldId="585"/>
        </pc:sldMkLst>
        <pc:spChg chg="mod">
          <ac:chgData name="ELIZABETH OSPINA ROJAS" userId="c7441972-6229-48cb-ac5f-580afb027766" providerId="ADAL" clId="{BE2647F0-5B0F-4901-8347-647011F86801}" dt="2023-09-21T22:51:20.035" v="627" actId="20577"/>
          <ac:spMkLst>
            <pc:docMk/>
            <pc:sldMk cId="14150082" sldId="585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2:55:46.422" v="683" actId="1076"/>
          <ac:spMkLst>
            <pc:docMk/>
            <pc:sldMk cId="14150082" sldId="585"/>
            <ac:spMk id="3" creationId="{47AEB000-5D74-DE93-C1A5-C357EC3CBF31}"/>
          </ac:spMkLst>
        </pc:spChg>
        <pc:spChg chg="add mod">
          <ac:chgData name="ELIZABETH OSPINA ROJAS" userId="c7441972-6229-48cb-ac5f-580afb027766" providerId="ADAL" clId="{BE2647F0-5B0F-4901-8347-647011F86801}" dt="2023-09-21T22:55:05.381" v="661" actId="1076"/>
          <ac:spMkLst>
            <pc:docMk/>
            <pc:sldMk cId="14150082" sldId="585"/>
            <ac:spMk id="4" creationId="{C3F8E4AA-E066-CAF9-0EAD-896AABEFB616}"/>
          </ac:spMkLst>
        </pc:spChg>
        <pc:spChg chg="add mod">
          <ac:chgData name="ELIZABETH OSPINA ROJAS" userId="c7441972-6229-48cb-ac5f-580afb027766" providerId="ADAL" clId="{BE2647F0-5B0F-4901-8347-647011F86801}" dt="2023-09-21T22:55:08.933" v="662" actId="1076"/>
          <ac:spMkLst>
            <pc:docMk/>
            <pc:sldMk cId="14150082" sldId="585"/>
            <ac:spMk id="6" creationId="{B45DC291-E223-B93E-E065-170F9FBAEEE6}"/>
          </ac:spMkLst>
        </pc:spChg>
        <pc:picChg chg="add del">
          <ac:chgData name="ELIZABETH OSPINA ROJAS" userId="c7441972-6229-48cb-ac5f-580afb027766" providerId="ADAL" clId="{BE2647F0-5B0F-4901-8347-647011F86801}" dt="2023-09-21T22:53:15.246" v="634"/>
          <ac:picMkLst>
            <pc:docMk/>
            <pc:sldMk cId="14150082" sldId="585"/>
            <ac:picMk id="5" creationId="{748A8E2B-F8AF-C6B5-F547-D625C0687467}"/>
          </ac:picMkLst>
        </pc:picChg>
        <pc:picChg chg="del">
          <ac:chgData name="ELIZABETH OSPINA ROJAS" userId="c7441972-6229-48cb-ac5f-580afb027766" providerId="ADAL" clId="{BE2647F0-5B0F-4901-8347-647011F86801}" dt="2023-09-21T22:52:57.300" v="628" actId="478"/>
          <ac:picMkLst>
            <pc:docMk/>
            <pc:sldMk cId="14150082" sldId="585"/>
            <ac:picMk id="4098" creationId="{C5B19E70-4CF5-F59B-D2FB-EEFC9DBB2AE3}"/>
          </ac:picMkLst>
        </pc:picChg>
      </pc:sldChg>
      <pc:sldChg chg="delSp modSp add mod">
        <pc:chgData name="ELIZABETH OSPINA ROJAS" userId="c7441972-6229-48cb-ac5f-580afb027766" providerId="ADAL" clId="{BE2647F0-5B0F-4901-8347-647011F86801}" dt="2023-09-21T22:56:43.775" v="696" actId="207"/>
        <pc:sldMkLst>
          <pc:docMk/>
          <pc:sldMk cId="3234648167" sldId="586"/>
        </pc:sldMkLst>
        <pc:spChg chg="mod">
          <ac:chgData name="ELIZABETH OSPINA ROJAS" userId="c7441972-6229-48cb-ac5f-580afb027766" providerId="ADAL" clId="{BE2647F0-5B0F-4901-8347-647011F86801}" dt="2023-09-21T22:56:43.775" v="696" actId="207"/>
          <ac:spMkLst>
            <pc:docMk/>
            <pc:sldMk cId="3234648167" sldId="586"/>
            <ac:spMk id="4" creationId="{C3F8E4AA-E066-CAF9-0EAD-896AABEFB616}"/>
          </ac:spMkLst>
        </pc:spChg>
        <pc:spChg chg="del">
          <ac:chgData name="ELIZABETH OSPINA ROJAS" userId="c7441972-6229-48cb-ac5f-580afb027766" providerId="ADAL" clId="{BE2647F0-5B0F-4901-8347-647011F86801}" dt="2023-09-21T22:55:53.408" v="684" actId="478"/>
          <ac:spMkLst>
            <pc:docMk/>
            <pc:sldMk cId="3234648167" sldId="586"/>
            <ac:spMk id="6" creationId="{B45DC291-E223-B93E-E065-170F9FBAEEE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2:58:48.237" v="814" actId="1076"/>
        <pc:sldMkLst>
          <pc:docMk/>
          <pc:sldMk cId="3815637029" sldId="587"/>
        </pc:sldMkLst>
        <pc:spChg chg="mod">
          <ac:chgData name="ELIZABETH OSPINA ROJAS" userId="c7441972-6229-48cb-ac5f-580afb027766" providerId="ADAL" clId="{BE2647F0-5B0F-4901-8347-647011F86801}" dt="2023-09-21T22:57:50.007" v="775" actId="122"/>
          <ac:spMkLst>
            <pc:docMk/>
            <pc:sldMk cId="3815637029" sldId="587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2:58:48.237" v="814" actId="1076"/>
          <ac:spMkLst>
            <pc:docMk/>
            <pc:sldMk cId="3815637029" sldId="587"/>
            <ac:spMk id="4" creationId="{C3F8E4AA-E066-CAF9-0EAD-896AABEFB616}"/>
          </ac:spMkLst>
        </pc:spChg>
      </pc:sldChg>
      <pc:sldChg chg="addSp delSp modSp add mod">
        <pc:chgData name="ELIZABETH OSPINA ROJAS" userId="c7441972-6229-48cb-ac5f-580afb027766" providerId="ADAL" clId="{BE2647F0-5B0F-4901-8347-647011F86801}" dt="2023-09-21T23:01:23.188" v="848" actId="1076"/>
        <pc:sldMkLst>
          <pc:docMk/>
          <pc:sldMk cId="2742451941" sldId="588"/>
        </pc:sldMkLst>
        <pc:spChg chg="mod">
          <ac:chgData name="ELIZABETH OSPINA ROJAS" userId="c7441972-6229-48cb-ac5f-580afb027766" providerId="ADAL" clId="{BE2647F0-5B0F-4901-8347-647011F86801}" dt="2023-09-21T23:01:09.848" v="846" actId="20577"/>
          <ac:spMkLst>
            <pc:docMk/>
            <pc:sldMk cId="2742451941" sldId="588"/>
            <ac:spMk id="3" creationId="{47AEB000-5D74-DE93-C1A5-C357EC3CBF31}"/>
          </ac:spMkLst>
        </pc:spChg>
        <pc:spChg chg="del">
          <ac:chgData name="ELIZABETH OSPINA ROJAS" userId="c7441972-6229-48cb-ac5f-580afb027766" providerId="ADAL" clId="{BE2647F0-5B0F-4901-8347-647011F86801}" dt="2023-09-21T22:59:54.404" v="816" actId="478"/>
          <ac:spMkLst>
            <pc:docMk/>
            <pc:sldMk cId="2742451941" sldId="588"/>
            <ac:spMk id="4" creationId="{C3F8E4AA-E066-CAF9-0EAD-896AABEFB616}"/>
          </ac:spMkLst>
        </pc:spChg>
        <pc:picChg chg="add mod">
          <ac:chgData name="ELIZABETH OSPINA ROJAS" userId="c7441972-6229-48cb-ac5f-580afb027766" providerId="ADAL" clId="{BE2647F0-5B0F-4901-8347-647011F86801}" dt="2023-09-21T23:01:23.188" v="848" actId="1076"/>
          <ac:picMkLst>
            <pc:docMk/>
            <pc:sldMk cId="2742451941" sldId="588"/>
            <ac:picMk id="6" creationId="{DBA43888-9895-BDE0-1DEC-C526487F47F0}"/>
          </ac:picMkLst>
        </pc:picChg>
      </pc:sldChg>
      <pc:sldChg chg="addSp delSp modSp add mod ord">
        <pc:chgData name="ELIZABETH OSPINA ROJAS" userId="c7441972-6229-48cb-ac5f-580afb027766" providerId="ADAL" clId="{BE2647F0-5B0F-4901-8347-647011F86801}" dt="2023-09-21T23:07:40.599" v="1066" actId="208"/>
        <pc:sldMkLst>
          <pc:docMk/>
          <pc:sldMk cId="4179172877" sldId="589"/>
        </pc:sldMkLst>
        <pc:spChg chg="add del mod">
          <ac:chgData name="ELIZABETH OSPINA ROJAS" userId="c7441972-6229-48cb-ac5f-580afb027766" providerId="ADAL" clId="{BE2647F0-5B0F-4901-8347-647011F86801}" dt="2023-09-21T23:02:52.326" v="919" actId="20577"/>
          <ac:spMkLst>
            <pc:docMk/>
            <pc:sldMk cId="4179172877" sldId="589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07:40.599" v="1066" actId="208"/>
          <ac:spMkLst>
            <pc:docMk/>
            <pc:sldMk cId="4179172877" sldId="589"/>
            <ac:spMk id="4" creationId="{C3F8E4AA-E066-CAF9-0EAD-896AABEFB616}"/>
          </ac:spMkLst>
        </pc:spChg>
        <pc:spChg chg="add del mod">
          <ac:chgData name="ELIZABETH OSPINA ROJAS" userId="c7441972-6229-48cb-ac5f-580afb027766" providerId="ADAL" clId="{BE2647F0-5B0F-4901-8347-647011F86801}" dt="2023-09-21T23:02:22.621" v="895" actId="478"/>
          <ac:spMkLst>
            <pc:docMk/>
            <pc:sldMk cId="4179172877" sldId="589"/>
            <ac:spMk id="6" creationId="{86C6C7EA-637A-DF7D-9D63-E15A1A5601FA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07:45.233" v="1067" actId="208"/>
        <pc:sldMkLst>
          <pc:docMk/>
          <pc:sldMk cId="3230264831" sldId="590"/>
        </pc:sldMkLst>
        <pc:spChg chg="mod">
          <ac:chgData name="ELIZABETH OSPINA ROJAS" userId="c7441972-6229-48cb-ac5f-580afb027766" providerId="ADAL" clId="{BE2647F0-5B0F-4901-8347-647011F86801}" dt="2023-09-21T23:03:25.691" v="944" actId="20577"/>
          <ac:spMkLst>
            <pc:docMk/>
            <pc:sldMk cId="3230264831" sldId="590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3:04:09.840" v="989" actId="20577"/>
          <ac:spMkLst>
            <pc:docMk/>
            <pc:sldMk cId="3230264831" sldId="590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07:45.233" v="1067" actId="208"/>
          <ac:spMkLst>
            <pc:docMk/>
            <pc:sldMk cId="3230264831" sldId="590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07:50.632" v="1068" actId="208"/>
        <pc:sldMkLst>
          <pc:docMk/>
          <pc:sldMk cId="4026647651" sldId="591"/>
        </pc:sldMkLst>
        <pc:spChg chg="mod">
          <ac:chgData name="ELIZABETH OSPINA ROJAS" userId="c7441972-6229-48cb-ac5f-580afb027766" providerId="ADAL" clId="{BE2647F0-5B0F-4901-8347-647011F86801}" dt="2023-09-21T23:06:56.089" v="1061" actId="20577"/>
          <ac:spMkLst>
            <pc:docMk/>
            <pc:sldMk cId="4026647651" sldId="591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07:50.632" v="1068" actId="208"/>
          <ac:spMkLst>
            <pc:docMk/>
            <pc:sldMk cId="4026647651" sldId="591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08:56.469" v="1164" actId="1076"/>
        <pc:sldMkLst>
          <pc:docMk/>
          <pc:sldMk cId="3443675642" sldId="592"/>
        </pc:sldMkLst>
        <pc:spChg chg="mod">
          <ac:chgData name="ELIZABETH OSPINA ROJAS" userId="c7441972-6229-48cb-ac5f-580afb027766" providerId="ADAL" clId="{BE2647F0-5B0F-4901-8347-647011F86801}" dt="2023-09-21T23:08:56.469" v="1164" actId="1076"/>
          <ac:spMkLst>
            <pc:docMk/>
            <pc:sldMk cId="3443675642" sldId="592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08:51.821" v="1163" actId="1076"/>
          <ac:spMkLst>
            <pc:docMk/>
            <pc:sldMk cId="3443675642" sldId="592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11:31.132" v="1270" actId="1076"/>
        <pc:sldMkLst>
          <pc:docMk/>
          <pc:sldMk cId="4092737820" sldId="593"/>
        </pc:sldMkLst>
        <pc:spChg chg="mod">
          <ac:chgData name="ELIZABETH OSPINA ROJAS" userId="c7441972-6229-48cb-ac5f-580afb027766" providerId="ADAL" clId="{BE2647F0-5B0F-4901-8347-647011F86801}" dt="2023-09-21T23:09:25.811" v="1196" actId="20577"/>
          <ac:spMkLst>
            <pc:docMk/>
            <pc:sldMk cId="4092737820" sldId="593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3:11:31.132" v="1270" actId="1076"/>
          <ac:spMkLst>
            <pc:docMk/>
            <pc:sldMk cId="4092737820" sldId="593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11:31.132" v="1270" actId="1076"/>
          <ac:spMkLst>
            <pc:docMk/>
            <pc:sldMk cId="4092737820" sldId="593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11:25.357" v="1269" actId="1076"/>
        <pc:sldMkLst>
          <pc:docMk/>
          <pc:sldMk cId="2710551302" sldId="594"/>
        </pc:sldMkLst>
        <pc:spChg chg="mod">
          <ac:chgData name="ELIZABETH OSPINA ROJAS" userId="c7441972-6229-48cb-ac5f-580afb027766" providerId="ADAL" clId="{BE2647F0-5B0F-4901-8347-647011F86801}" dt="2023-09-21T23:11:18.644" v="1268" actId="1076"/>
          <ac:spMkLst>
            <pc:docMk/>
            <pc:sldMk cId="2710551302" sldId="594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3:11:25.357" v="1269" actId="1076"/>
          <ac:spMkLst>
            <pc:docMk/>
            <pc:sldMk cId="2710551302" sldId="594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11:25.357" v="1269" actId="1076"/>
          <ac:spMkLst>
            <pc:docMk/>
            <pc:sldMk cId="2710551302" sldId="594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15:07.423" v="1319" actId="208"/>
        <pc:sldMkLst>
          <pc:docMk/>
          <pc:sldMk cId="656370815" sldId="595"/>
        </pc:sldMkLst>
        <pc:spChg chg="mod">
          <ac:chgData name="ELIZABETH OSPINA ROJAS" userId="c7441972-6229-48cb-ac5f-580afb027766" providerId="ADAL" clId="{BE2647F0-5B0F-4901-8347-647011F86801}" dt="2023-09-21T23:13:49.100" v="1295" actId="20577"/>
          <ac:spMkLst>
            <pc:docMk/>
            <pc:sldMk cId="656370815" sldId="595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3:14:03.228" v="1296"/>
          <ac:spMkLst>
            <pc:docMk/>
            <pc:sldMk cId="656370815" sldId="595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15:07.423" v="1319" actId="208"/>
          <ac:spMkLst>
            <pc:docMk/>
            <pc:sldMk cId="656370815" sldId="595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15:35.246" v="1356" actId="208"/>
        <pc:sldMkLst>
          <pc:docMk/>
          <pc:sldMk cId="2260595489" sldId="596"/>
        </pc:sldMkLst>
        <pc:spChg chg="mod">
          <ac:chgData name="ELIZABETH OSPINA ROJAS" userId="c7441972-6229-48cb-ac5f-580afb027766" providerId="ADAL" clId="{BE2647F0-5B0F-4901-8347-647011F86801}" dt="2023-09-21T23:15:35.246" v="1356" actId="208"/>
          <ac:spMkLst>
            <pc:docMk/>
            <pc:sldMk cId="2260595489" sldId="596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18:19.575" v="1457" actId="208"/>
        <pc:sldMkLst>
          <pc:docMk/>
          <pc:sldMk cId="3271892550" sldId="597"/>
        </pc:sldMkLst>
        <pc:spChg chg="mod">
          <ac:chgData name="ELIZABETH OSPINA ROJAS" userId="c7441972-6229-48cb-ac5f-580afb027766" providerId="ADAL" clId="{BE2647F0-5B0F-4901-8347-647011F86801}" dt="2023-09-21T23:17:12.092" v="1456" actId="1076"/>
          <ac:spMkLst>
            <pc:docMk/>
            <pc:sldMk cId="3271892550" sldId="597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18:19.575" v="1457" actId="208"/>
          <ac:spMkLst>
            <pc:docMk/>
            <pc:sldMk cId="3271892550" sldId="597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19:56.392" v="1484" actId="208"/>
        <pc:sldMkLst>
          <pc:docMk/>
          <pc:sldMk cId="1014886284" sldId="598"/>
        </pc:sldMkLst>
        <pc:spChg chg="mod">
          <ac:chgData name="ELIZABETH OSPINA ROJAS" userId="c7441972-6229-48cb-ac5f-580afb027766" providerId="ADAL" clId="{BE2647F0-5B0F-4901-8347-647011F86801}" dt="2023-09-21T23:19:45.277" v="1483" actId="14100"/>
          <ac:spMkLst>
            <pc:docMk/>
            <pc:sldMk cId="1014886284" sldId="598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19:56.392" v="1484" actId="208"/>
          <ac:spMkLst>
            <pc:docMk/>
            <pc:sldMk cId="1014886284" sldId="598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22:32.687" v="1671" actId="208"/>
        <pc:sldMkLst>
          <pc:docMk/>
          <pc:sldMk cId="2932913576" sldId="599"/>
        </pc:sldMkLst>
        <pc:spChg chg="mod">
          <ac:chgData name="ELIZABETH OSPINA ROJAS" userId="c7441972-6229-48cb-ac5f-580afb027766" providerId="ADAL" clId="{BE2647F0-5B0F-4901-8347-647011F86801}" dt="2023-09-21T23:21:10.043" v="1502" actId="313"/>
          <ac:spMkLst>
            <pc:docMk/>
            <pc:sldMk cId="2932913576" sldId="599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3:22:25.146" v="1670" actId="207"/>
          <ac:spMkLst>
            <pc:docMk/>
            <pc:sldMk cId="2932913576" sldId="599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22:32.687" v="1671" actId="208"/>
          <ac:spMkLst>
            <pc:docMk/>
            <pc:sldMk cId="2932913576" sldId="599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28:51.517" v="1714" actId="208"/>
        <pc:sldMkLst>
          <pc:docMk/>
          <pc:sldMk cId="3948244272" sldId="600"/>
        </pc:sldMkLst>
        <pc:spChg chg="mod">
          <ac:chgData name="ELIZABETH OSPINA ROJAS" userId="c7441972-6229-48cb-ac5f-580afb027766" providerId="ADAL" clId="{BE2647F0-5B0F-4901-8347-647011F86801}" dt="2023-09-21T23:23:45.173" v="1694" actId="20577"/>
          <ac:spMkLst>
            <pc:docMk/>
            <pc:sldMk cId="3948244272" sldId="600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3:27:35.534" v="1697" actId="27636"/>
          <ac:spMkLst>
            <pc:docMk/>
            <pc:sldMk cId="3948244272" sldId="600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28:51.517" v="1714" actId="208"/>
          <ac:spMkLst>
            <pc:docMk/>
            <pc:sldMk cId="3948244272" sldId="600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32:41.677" v="1853" actId="20577"/>
        <pc:sldMkLst>
          <pc:docMk/>
          <pc:sldMk cId="1121587388" sldId="601"/>
        </pc:sldMkLst>
        <pc:spChg chg="mod">
          <ac:chgData name="ELIZABETH OSPINA ROJAS" userId="c7441972-6229-48cb-ac5f-580afb027766" providerId="ADAL" clId="{BE2647F0-5B0F-4901-8347-647011F86801}" dt="2023-09-21T23:32:41.677" v="1853" actId="20577"/>
          <ac:spMkLst>
            <pc:docMk/>
            <pc:sldMk cId="1121587388" sldId="601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3:31:28.704" v="1803" actId="20577"/>
          <ac:spMkLst>
            <pc:docMk/>
            <pc:sldMk cId="1121587388" sldId="601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32:15.158" v="1835" actId="208"/>
          <ac:spMkLst>
            <pc:docMk/>
            <pc:sldMk cId="1121587388" sldId="601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38:50.325" v="1908" actId="208"/>
        <pc:sldMkLst>
          <pc:docMk/>
          <pc:sldMk cId="686629963" sldId="602"/>
        </pc:sldMkLst>
        <pc:spChg chg="mod">
          <ac:chgData name="ELIZABETH OSPINA ROJAS" userId="c7441972-6229-48cb-ac5f-580afb027766" providerId="ADAL" clId="{BE2647F0-5B0F-4901-8347-647011F86801}" dt="2023-09-21T23:35:21.355" v="1894" actId="20577"/>
          <ac:spMkLst>
            <pc:docMk/>
            <pc:sldMk cId="686629963" sldId="602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3:35:42.165" v="1901" actId="207"/>
          <ac:spMkLst>
            <pc:docMk/>
            <pc:sldMk cId="686629963" sldId="602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38:50.325" v="1908" actId="208"/>
          <ac:spMkLst>
            <pc:docMk/>
            <pc:sldMk cId="686629963" sldId="602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39:37.415" v="1939" actId="208"/>
        <pc:sldMkLst>
          <pc:docMk/>
          <pc:sldMk cId="3038416504" sldId="603"/>
        </pc:sldMkLst>
        <pc:spChg chg="mod">
          <ac:chgData name="ELIZABETH OSPINA ROJAS" userId="c7441972-6229-48cb-ac5f-580afb027766" providerId="ADAL" clId="{BE2647F0-5B0F-4901-8347-647011F86801}" dt="2023-09-21T23:39:03.536" v="1933" actId="20577"/>
          <ac:spMkLst>
            <pc:docMk/>
            <pc:sldMk cId="3038416504" sldId="603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3:39:16.050" v="1936" actId="20577"/>
          <ac:spMkLst>
            <pc:docMk/>
            <pc:sldMk cId="3038416504" sldId="603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39:37.415" v="1939" actId="208"/>
          <ac:spMkLst>
            <pc:docMk/>
            <pc:sldMk cId="3038416504" sldId="603"/>
            <ac:spMk id="4" creationId="{C3F8E4AA-E066-CAF9-0EAD-896AABEFB616}"/>
          </ac:spMkLst>
        </pc:spChg>
      </pc:sldChg>
      <pc:sldChg chg="modSp add mod">
        <pc:chgData name="ELIZABETH OSPINA ROJAS" userId="c7441972-6229-48cb-ac5f-580afb027766" providerId="ADAL" clId="{BE2647F0-5B0F-4901-8347-647011F86801}" dt="2023-09-21T23:41:07.510" v="1950" actId="208"/>
        <pc:sldMkLst>
          <pc:docMk/>
          <pc:sldMk cId="3378808518" sldId="604"/>
        </pc:sldMkLst>
        <pc:spChg chg="mod">
          <ac:chgData name="ELIZABETH OSPINA ROJAS" userId="c7441972-6229-48cb-ac5f-580afb027766" providerId="ADAL" clId="{BE2647F0-5B0F-4901-8347-647011F86801}" dt="2023-09-21T23:40:44.872" v="1947" actId="27636"/>
          <ac:spMkLst>
            <pc:docMk/>
            <pc:sldMk cId="3378808518" sldId="604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41:07.510" v="1950" actId="208"/>
          <ac:spMkLst>
            <pc:docMk/>
            <pc:sldMk cId="3378808518" sldId="604"/>
            <ac:spMk id="4" creationId="{C3F8E4AA-E066-CAF9-0EAD-896AABEFB616}"/>
          </ac:spMkLst>
        </pc:spChg>
      </pc:sldChg>
      <pc:sldChg chg="del">
        <pc:chgData name="ELIZABETH OSPINA ROJAS" userId="c7441972-6229-48cb-ac5f-580afb027766" providerId="ADAL" clId="{BE2647F0-5B0F-4901-8347-647011F86801}" dt="2023-09-21T22:25:11.326" v="68" actId="47"/>
        <pc:sldMkLst>
          <pc:docMk/>
          <pc:sldMk cId="3934303654" sldId="604"/>
        </pc:sldMkLst>
      </pc:sldChg>
      <pc:sldChg chg="addSp delSp modSp add mod">
        <pc:chgData name="ELIZABETH OSPINA ROJAS" userId="c7441972-6229-48cb-ac5f-580afb027766" providerId="ADAL" clId="{BE2647F0-5B0F-4901-8347-647011F86801}" dt="2023-09-21T23:44:16.561" v="2023" actId="14100"/>
        <pc:sldMkLst>
          <pc:docMk/>
          <pc:sldMk cId="858701000" sldId="605"/>
        </pc:sldMkLst>
        <pc:spChg chg="del">
          <ac:chgData name="ELIZABETH OSPINA ROJAS" userId="c7441972-6229-48cb-ac5f-580afb027766" providerId="ADAL" clId="{BE2647F0-5B0F-4901-8347-647011F86801}" dt="2023-09-21T23:43:40.785" v="1959" actId="478"/>
          <ac:spMkLst>
            <pc:docMk/>
            <pc:sldMk cId="858701000" sldId="605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43:34.298" v="1958" actId="1076"/>
          <ac:spMkLst>
            <pc:docMk/>
            <pc:sldMk cId="858701000" sldId="605"/>
            <ac:spMk id="4" creationId="{C3F8E4AA-E066-CAF9-0EAD-896AABEFB616}"/>
          </ac:spMkLst>
        </pc:spChg>
        <pc:spChg chg="add del mod">
          <ac:chgData name="ELIZABETH OSPINA ROJAS" userId="c7441972-6229-48cb-ac5f-580afb027766" providerId="ADAL" clId="{BE2647F0-5B0F-4901-8347-647011F86801}" dt="2023-09-21T23:43:43.489" v="1960" actId="478"/>
          <ac:spMkLst>
            <pc:docMk/>
            <pc:sldMk cId="858701000" sldId="605"/>
            <ac:spMk id="6" creationId="{12DF109B-F933-DC6D-8400-CA53F4269ACE}"/>
          </ac:spMkLst>
        </pc:spChg>
        <pc:spChg chg="add mod">
          <ac:chgData name="ELIZABETH OSPINA ROJAS" userId="c7441972-6229-48cb-ac5f-580afb027766" providerId="ADAL" clId="{BE2647F0-5B0F-4901-8347-647011F86801}" dt="2023-09-21T23:44:16.561" v="2023" actId="14100"/>
          <ac:spMkLst>
            <pc:docMk/>
            <pc:sldMk cId="858701000" sldId="605"/>
            <ac:spMk id="7" creationId="{8A264BFA-93E7-A91E-AD57-6AA7D0EC5DA4}"/>
          </ac:spMkLst>
        </pc:spChg>
      </pc:sldChg>
      <pc:sldChg chg="del">
        <pc:chgData name="ELIZABETH OSPINA ROJAS" userId="c7441972-6229-48cb-ac5f-580afb027766" providerId="ADAL" clId="{BE2647F0-5B0F-4901-8347-647011F86801}" dt="2023-09-21T22:25:11.753" v="69" actId="47"/>
        <pc:sldMkLst>
          <pc:docMk/>
          <pc:sldMk cId="2556933769" sldId="605"/>
        </pc:sldMkLst>
      </pc:sldChg>
      <pc:sldChg chg="modSp add mod">
        <pc:chgData name="ELIZABETH OSPINA ROJAS" userId="c7441972-6229-48cb-ac5f-580afb027766" providerId="ADAL" clId="{BE2647F0-5B0F-4901-8347-647011F86801}" dt="2023-09-21T23:49:10.754" v="2388" actId="1076"/>
        <pc:sldMkLst>
          <pc:docMk/>
          <pc:sldMk cId="1860859581" sldId="606"/>
        </pc:sldMkLst>
        <pc:spChg chg="mod">
          <ac:chgData name="ELIZABETH OSPINA ROJAS" userId="c7441972-6229-48cb-ac5f-580afb027766" providerId="ADAL" clId="{BE2647F0-5B0F-4901-8347-647011F86801}" dt="2023-09-21T23:47:15.284" v="2051" actId="20577"/>
          <ac:spMkLst>
            <pc:docMk/>
            <pc:sldMk cId="1860859581" sldId="606"/>
            <ac:spMk id="2" creationId="{22DD76AA-733F-FBF7-5E77-F1AB9604382B}"/>
          </ac:spMkLst>
        </pc:spChg>
        <pc:spChg chg="mod">
          <ac:chgData name="ELIZABETH OSPINA ROJAS" userId="c7441972-6229-48cb-ac5f-580afb027766" providerId="ADAL" clId="{BE2647F0-5B0F-4901-8347-647011F86801}" dt="2023-09-21T23:47:37.227" v="2129" actId="20577"/>
          <ac:spMkLst>
            <pc:docMk/>
            <pc:sldMk cId="1860859581" sldId="606"/>
            <ac:spMk id="3" creationId="{47AEB000-5D74-DE93-C1A5-C357EC3CBF31}"/>
          </ac:spMkLst>
        </pc:spChg>
        <pc:spChg chg="mod">
          <ac:chgData name="ELIZABETH OSPINA ROJAS" userId="c7441972-6229-48cb-ac5f-580afb027766" providerId="ADAL" clId="{BE2647F0-5B0F-4901-8347-647011F86801}" dt="2023-09-21T23:49:10.754" v="2388" actId="1076"/>
          <ac:spMkLst>
            <pc:docMk/>
            <pc:sldMk cId="1860859581" sldId="606"/>
            <ac:spMk id="4" creationId="{C3F8E4AA-E066-CAF9-0EAD-896AABEFB616}"/>
          </ac:spMkLst>
        </pc:spChg>
      </pc:sldChg>
      <pc:sldChg chg="del">
        <pc:chgData name="ELIZABETH OSPINA ROJAS" userId="c7441972-6229-48cb-ac5f-580afb027766" providerId="ADAL" clId="{BE2647F0-5B0F-4901-8347-647011F86801}" dt="2023-09-21T22:25:12.182" v="72" actId="47"/>
        <pc:sldMkLst>
          <pc:docMk/>
          <pc:sldMk cId="2212433156" sldId="606"/>
        </pc:sldMkLst>
      </pc:sldChg>
      <pc:sldChg chg="addSp delSp modSp add mod">
        <pc:chgData name="ELIZABETH OSPINA ROJAS" userId="c7441972-6229-48cb-ac5f-580afb027766" providerId="ADAL" clId="{BE2647F0-5B0F-4901-8347-647011F86801}" dt="2023-09-21T23:55:10.842" v="2720" actId="14100"/>
        <pc:sldMkLst>
          <pc:docMk/>
          <pc:sldMk cId="674554956" sldId="607"/>
        </pc:sldMkLst>
        <pc:spChg chg="mod">
          <ac:chgData name="ELIZABETH OSPINA ROJAS" userId="c7441972-6229-48cb-ac5f-580afb027766" providerId="ADAL" clId="{BE2647F0-5B0F-4901-8347-647011F86801}" dt="2023-09-21T23:55:10.842" v="2720" actId="14100"/>
          <ac:spMkLst>
            <pc:docMk/>
            <pc:sldMk cId="674554956" sldId="607"/>
            <ac:spMk id="2" creationId="{22DD76AA-733F-FBF7-5E77-F1AB9604382B}"/>
          </ac:spMkLst>
        </pc:spChg>
        <pc:spChg chg="del mod">
          <ac:chgData name="ELIZABETH OSPINA ROJAS" userId="c7441972-6229-48cb-ac5f-580afb027766" providerId="ADAL" clId="{BE2647F0-5B0F-4901-8347-647011F86801}" dt="2023-09-21T23:53:11.091" v="2402" actId="478"/>
          <ac:spMkLst>
            <pc:docMk/>
            <pc:sldMk cId="674554956" sldId="607"/>
            <ac:spMk id="3" creationId="{47AEB000-5D74-DE93-C1A5-C357EC3CBF31}"/>
          </ac:spMkLst>
        </pc:spChg>
        <pc:spChg chg="del">
          <ac:chgData name="ELIZABETH OSPINA ROJAS" userId="c7441972-6229-48cb-ac5f-580afb027766" providerId="ADAL" clId="{BE2647F0-5B0F-4901-8347-647011F86801}" dt="2023-09-21T23:50:36.783" v="2390" actId="478"/>
          <ac:spMkLst>
            <pc:docMk/>
            <pc:sldMk cId="674554956" sldId="607"/>
            <ac:spMk id="4" creationId="{C3F8E4AA-E066-CAF9-0EAD-896AABEFB616}"/>
          </ac:spMkLst>
        </pc:spChg>
        <pc:spChg chg="add mod">
          <ac:chgData name="ELIZABETH OSPINA ROJAS" userId="c7441972-6229-48cb-ac5f-580afb027766" providerId="ADAL" clId="{BE2647F0-5B0F-4901-8347-647011F86801}" dt="2023-09-21T23:55:07.521" v="2719" actId="1076"/>
          <ac:spMkLst>
            <pc:docMk/>
            <pc:sldMk cId="674554956" sldId="607"/>
            <ac:spMk id="6" creationId="{848FCEE8-E91A-5629-ABA4-4FDF9FDF74DD}"/>
          </ac:spMkLst>
        </pc:spChg>
      </pc:sldChg>
      <pc:sldChg chg="del">
        <pc:chgData name="ELIZABETH OSPINA ROJAS" userId="c7441972-6229-48cb-ac5f-580afb027766" providerId="ADAL" clId="{BE2647F0-5B0F-4901-8347-647011F86801}" dt="2023-09-21T22:25:12.325" v="73" actId="47"/>
        <pc:sldMkLst>
          <pc:docMk/>
          <pc:sldMk cId="2352036190" sldId="607"/>
        </pc:sldMkLst>
      </pc:sldChg>
      <pc:sldChg chg="del">
        <pc:chgData name="ELIZABETH OSPINA ROJAS" userId="c7441972-6229-48cb-ac5f-580afb027766" providerId="ADAL" clId="{BE2647F0-5B0F-4901-8347-647011F86801}" dt="2023-09-21T22:25:11.896" v="70" actId="47"/>
        <pc:sldMkLst>
          <pc:docMk/>
          <pc:sldMk cId="2144915702" sldId="625"/>
        </pc:sldMkLst>
      </pc:sldChg>
      <pc:sldChg chg="del">
        <pc:chgData name="ELIZABETH OSPINA ROJAS" userId="c7441972-6229-48cb-ac5f-580afb027766" providerId="ADAL" clId="{BE2647F0-5B0F-4901-8347-647011F86801}" dt="2023-09-21T22:25:12.489" v="74" actId="47"/>
        <pc:sldMkLst>
          <pc:docMk/>
          <pc:sldMk cId="2355140243" sldId="626"/>
        </pc:sldMkLst>
      </pc:sldChg>
      <pc:sldChg chg="del">
        <pc:chgData name="ELIZABETH OSPINA ROJAS" userId="c7441972-6229-48cb-ac5f-580afb027766" providerId="ADAL" clId="{BE2647F0-5B0F-4901-8347-647011F86801}" dt="2023-09-21T22:25:12.616" v="75" actId="47"/>
        <pc:sldMkLst>
          <pc:docMk/>
          <pc:sldMk cId="621010690" sldId="627"/>
        </pc:sldMkLst>
      </pc:sldChg>
      <pc:sldChg chg="del">
        <pc:chgData name="ELIZABETH OSPINA ROJAS" userId="c7441972-6229-48cb-ac5f-580afb027766" providerId="ADAL" clId="{BE2647F0-5B0F-4901-8347-647011F86801}" dt="2023-09-21T22:25:12.919" v="77" actId="47"/>
        <pc:sldMkLst>
          <pc:docMk/>
          <pc:sldMk cId="513437442" sldId="628"/>
        </pc:sldMkLst>
      </pc:sldChg>
      <pc:sldChg chg="del">
        <pc:chgData name="ELIZABETH OSPINA ROJAS" userId="c7441972-6229-48cb-ac5f-580afb027766" providerId="ADAL" clId="{BE2647F0-5B0F-4901-8347-647011F86801}" dt="2023-09-21T22:25:13.101" v="78" actId="47"/>
        <pc:sldMkLst>
          <pc:docMk/>
          <pc:sldMk cId="1026484829" sldId="629"/>
        </pc:sldMkLst>
      </pc:sldChg>
      <pc:sldChg chg="del">
        <pc:chgData name="ELIZABETH OSPINA ROJAS" userId="c7441972-6229-48cb-ac5f-580afb027766" providerId="ADAL" clId="{BE2647F0-5B0F-4901-8347-647011F86801}" dt="2023-09-21T22:25:13.234" v="79" actId="47"/>
        <pc:sldMkLst>
          <pc:docMk/>
          <pc:sldMk cId="4264297783" sldId="630"/>
        </pc:sldMkLst>
      </pc:sldChg>
      <pc:sldChg chg="del">
        <pc:chgData name="ELIZABETH OSPINA ROJAS" userId="c7441972-6229-48cb-ac5f-580afb027766" providerId="ADAL" clId="{BE2647F0-5B0F-4901-8347-647011F86801}" dt="2023-09-21T22:25:13.420" v="80" actId="47"/>
        <pc:sldMkLst>
          <pc:docMk/>
          <pc:sldMk cId="3138517994" sldId="631"/>
        </pc:sldMkLst>
      </pc:sldChg>
      <pc:sldChg chg="del">
        <pc:chgData name="ELIZABETH OSPINA ROJAS" userId="c7441972-6229-48cb-ac5f-580afb027766" providerId="ADAL" clId="{BE2647F0-5B0F-4901-8347-647011F86801}" dt="2023-09-21T22:25:13.553" v="81" actId="47"/>
        <pc:sldMkLst>
          <pc:docMk/>
          <pc:sldMk cId="1696037745" sldId="632"/>
        </pc:sldMkLst>
      </pc:sldChg>
      <pc:sldChg chg="del">
        <pc:chgData name="ELIZABETH OSPINA ROJAS" userId="c7441972-6229-48cb-ac5f-580afb027766" providerId="ADAL" clId="{BE2647F0-5B0F-4901-8347-647011F86801}" dt="2023-09-21T22:25:13.712" v="82" actId="47"/>
        <pc:sldMkLst>
          <pc:docMk/>
          <pc:sldMk cId="3599349479" sldId="633"/>
        </pc:sldMkLst>
      </pc:sldChg>
      <pc:sldChg chg="del">
        <pc:chgData name="ELIZABETH OSPINA ROJAS" userId="c7441972-6229-48cb-ac5f-580afb027766" providerId="ADAL" clId="{BE2647F0-5B0F-4901-8347-647011F86801}" dt="2023-09-21T22:25:13.886" v="83" actId="47"/>
        <pc:sldMkLst>
          <pc:docMk/>
          <pc:sldMk cId="2473916208" sldId="634"/>
        </pc:sldMkLst>
      </pc:sldChg>
      <pc:sldChg chg="del">
        <pc:chgData name="ELIZABETH OSPINA ROJAS" userId="c7441972-6229-48cb-ac5f-580afb027766" providerId="ADAL" clId="{BE2647F0-5B0F-4901-8347-647011F86801}" dt="2023-09-21T22:25:14.029" v="84" actId="47"/>
        <pc:sldMkLst>
          <pc:docMk/>
          <pc:sldMk cId="1332388155" sldId="635"/>
        </pc:sldMkLst>
      </pc:sldChg>
      <pc:sldChg chg="del">
        <pc:chgData name="ELIZABETH OSPINA ROJAS" userId="c7441972-6229-48cb-ac5f-580afb027766" providerId="ADAL" clId="{BE2647F0-5B0F-4901-8347-647011F86801}" dt="2023-09-21T22:25:14.199" v="85" actId="47"/>
        <pc:sldMkLst>
          <pc:docMk/>
          <pc:sldMk cId="361621052" sldId="636"/>
        </pc:sldMkLst>
      </pc:sldChg>
      <pc:sldChg chg="del">
        <pc:chgData name="ELIZABETH OSPINA ROJAS" userId="c7441972-6229-48cb-ac5f-580afb027766" providerId="ADAL" clId="{BE2647F0-5B0F-4901-8347-647011F86801}" dt="2023-09-21T22:25:14.348" v="86" actId="47"/>
        <pc:sldMkLst>
          <pc:docMk/>
          <pc:sldMk cId="2380299573" sldId="637"/>
        </pc:sldMkLst>
      </pc:sldChg>
      <pc:sldChg chg="del">
        <pc:chgData name="ELIZABETH OSPINA ROJAS" userId="c7441972-6229-48cb-ac5f-580afb027766" providerId="ADAL" clId="{BE2647F0-5B0F-4901-8347-647011F86801}" dt="2023-09-21T22:25:14.528" v="87" actId="47"/>
        <pc:sldMkLst>
          <pc:docMk/>
          <pc:sldMk cId="3539681360" sldId="638"/>
        </pc:sldMkLst>
      </pc:sldChg>
      <pc:sldChg chg="del">
        <pc:chgData name="ELIZABETH OSPINA ROJAS" userId="c7441972-6229-48cb-ac5f-580afb027766" providerId="ADAL" clId="{BE2647F0-5B0F-4901-8347-647011F86801}" dt="2023-09-21T22:25:14.677" v="88" actId="47"/>
        <pc:sldMkLst>
          <pc:docMk/>
          <pc:sldMk cId="1332693431" sldId="639"/>
        </pc:sldMkLst>
      </pc:sldChg>
      <pc:sldChg chg="del">
        <pc:chgData name="ELIZABETH OSPINA ROJAS" userId="c7441972-6229-48cb-ac5f-580afb027766" providerId="ADAL" clId="{BE2647F0-5B0F-4901-8347-647011F86801}" dt="2023-09-21T22:25:14.842" v="89" actId="47"/>
        <pc:sldMkLst>
          <pc:docMk/>
          <pc:sldMk cId="2034996599" sldId="640"/>
        </pc:sldMkLst>
      </pc:sldChg>
      <pc:sldChg chg="del">
        <pc:chgData name="ELIZABETH OSPINA ROJAS" userId="c7441972-6229-48cb-ac5f-580afb027766" providerId="ADAL" clId="{BE2647F0-5B0F-4901-8347-647011F86801}" dt="2023-09-21T22:25:14.994" v="90" actId="47"/>
        <pc:sldMkLst>
          <pc:docMk/>
          <pc:sldMk cId="4220944806" sldId="641"/>
        </pc:sldMkLst>
      </pc:sldChg>
      <pc:sldChg chg="del">
        <pc:chgData name="ELIZABETH OSPINA ROJAS" userId="c7441972-6229-48cb-ac5f-580afb027766" providerId="ADAL" clId="{BE2647F0-5B0F-4901-8347-647011F86801}" dt="2023-09-21T22:25:12.776" v="76" actId="47"/>
        <pc:sldMkLst>
          <pc:docMk/>
          <pc:sldMk cId="2786574295" sldId="642"/>
        </pc:sldMkLst>
      </pc:sldChg>
      <pc:sldChg chg="del">
        <pc:chgData name="ELIZABETH OSPINA ROJAS" userId="c7441972-6229-48cb-ac5f-580afb027766" providerId="ADAL" clId="{BE2647F0-5B0F-4901-8347-647011F86801}" dt="2023-09-21T22:25:15.175" v="91" actId="47"/>
        <pc:sldMkLst>
          <pc:docMk/>
          <pc:sldMk cId="470912330" sldId="643"/>
        </pc:sldMkLst>
      </pc:sldChg>
      <pc:sldChg chg="del">
        <pc:chgData name="ELIZABETH OSPINA ROJAS" userId="c7441972-6229-48cb-ac5f-580afb027766" providerId="ADAL" clId="{BE2647F0-5B0F-4901-8347-647011F86801}" dt="2023-09-21T22:25:15.477" v="93" actId="47"/>
        <pc:sldMkLst>
          <pc:docMk/>
          <pc:sldMk cId="3673982576" sldId="644"/>
        </pc:sldMkLst>
      </pc:sldChg>
      <pc:sldChg chg="del">
        <pc:chgData name="ELIZABETH OSPINA ROJAS" userId="c7441972-6229-48cb-ac5f-580afb027766" providerId="ADAL" clId="{BE2647F0-5B0F-4901-8347-647011F86801}" dt="2023-09-21T22:25:15.648" v="94" actId="47"/>
        <pc:sldMkLst>
          <pc:docMk/>
          <pc:sldMk cId="1223494230" sldId="645"/>
        </pc:sldMkLst>
      </pc:sldChg>
      <pc:sldChg chg="del">
        <pc:chgData name="ELIZABETH OSPINA ROJAS" userId="c7441972-6229-48cb-ac5f-580afb027766" providerId="ADAL" clId="{BE2647F0-5B0F-4901-8347-647011F86801}" dt="2023-09-21T22:25:15.312" v="92" actId="47"/>
        <pc:sldMkLst>
          <pc:docMk/>
          <pc:sldMk cId="3330533913" sldId="646"/>
        </pc:sldMkLst>
      </pc:sldChg>
      <pc:sldChg chg="del">
        <pc:chgData name="ELIZABETH OSPINA ROJAS" userId="c7441972-6229-48cb-ac5f-580afb027766" providerId="ADAL" clId="{BE2647F0-5B0F-4901-8347-647011F86801}" dt="2023-09-21T22:25:15.797" v="95" actId="47"/>
        <pc:sldMkLst>
          <pc:docMk/>
          <pc:sldMk cId="778333334" sldId="647"/>
        </pc:sldMkLst>
      </pc:sldChg>
      <pc:sldChg chg="del">
        <pc:chgData name="ELIZABETH OSPINA ROJAS" userId="c7441972-6229-48cb-ac5f-580afb027766" providerId="ADAL" clId="{BE2647F0-5B0F-4901-8347-647011F86801}" dt="2023-09-21T22:25:16.158" v="97" actId="47"/>
        <pc:sldMkLst>
          <pc:docMk/>
          <pc:sldMk cId="4288854575" sldId="648"/>
        </pc:sldMkLst>
      </pc:sldChg>
      <pc:sldChg chg="del">
        <pc:chgData name="ELIZABETH OSPINA ROJAS" userId="c7441972-6229-48cb-ac5f-580afb027766" providerId="ADAL" clId="{BE2647F0-5B0F-4901-8347-647011F86801}" dt="2023-09-21T22:25:16.276" v="98" actId="47"/>
        <pc:sldMkLst>
          <pc:docMk/>
          <pc:sldMk cId="285443310" sldId="649"/>
        </pc:sldMkLst>
      </pc:sldChg>
      <pc:sldChg chg="del">
        <pc:chgData name="ELIZABETH OSPINA ROJAS" userId="c7441972-6229-48cb-ac5f-580afb027766" providerId="ADAL" clId="{BE2647F0-5B0F-4901-8347-647011F86801}" dt="2023-09-21T22:25:16.465" v="99" actId="47"/>
        <pc:sldMkLst>
          <pc:docMk/>
          <pc:sldMk cId="4114313032" sldId="650"/>
        </pc:sldMkLst>
      </pc:sldChg>
      <pc:sldChg chg="del">
        <pc:chgData name="ELIZABETH OSPINA ROJAS" userId="c7441972-6229-48cb-ac5f-580afb027766" providerId="ADAL" clId="{BE2647F0-5B0F-4901-8347-647011F86801}" dt="2023-09-21T22:25:16.784" v="101" actId="47"/>
        <pc:sldMkLst>
          <pc:docMk/>
          <pc:sldMk cId="3565856763" sldId="651"/>
        </pc:sldMkLst>
      </pc:sldChg>
      <pc:sldChg chg="del">
        <pc:chgData name="ELIZABETH OSPINA ROJAS" userId="c7441972-6229-48cb-ac5f-580afb027766" providerId="ADAL" clId="{BE2647F0-5B0F-4901-8347-647011F86801}" dt="2023-09-21T22:25:16.603" v="100" actId="47"/>
        <pc:sldMkLst>
          <pc:docMk/>
          <pc:sldMk cId="366306262" sldId="652"/>
        </pc:sldMkLst>
      </pc:sldChg>
      <pc:sldChg chg="del">
        <pc:chgData name="ELIZABETH OSPINA ROJAS" userId="c7441972-6229-48cb-ac5f-580afb027766" providerId="ADAL" clId="{BE2647F0-5B0F-4901-8347-647011F86801}" dt="2023-09-21T22:25:16.931" v="102" actId="47"/>
        <pc:sldMkLst>
          <pc:docMk/>
          <pc:sldMk cId="2378874841" sldId="653"/>
        </pc:sldMkLst>
      </pc:sldChg>
      <pc:sldChg chg="del">
        <pc:chgData name="ELIZABETH OSPINA ROJAS" userId="c7441972-6229-48cb-ac5f-580afb027766" providerId="ADAL" clId="{BE2647F0-5B0F-4901-8347-647011F86801}" dt="2023-09-21T22:25:17.102" v="103" actId="47"/>
        <pc:sldMkLst>
          <pc:docMk/>
          <pc:sldMk cId="1582810294" sldId="654"/>
        </pc:sldMkLst>
      </pc:sldChg>
      <pc:sldChg chg="del">
        <pc:chgData name="ELIZABETH OSPINA ROJAS" userId="c7441972-6229-48cb-ac5f-580afb027766" providerId="ADAL" clId="{BE2647F0-5B0F-4901-8347-647011F86801}" dt="2023-09-21T22:25:17.324" v="104" actId="47"/>
        <pc:sldMkLst>
          <pc:docMk/>
          <pc:sldMk cId="4078103806" sldId="655"/>
        </pc:sldMkLst>
      </pc:sldChg>
      <pc:sldChg chg="del">
        <pc:chgData name="ELIZABETH OSPINA ROJAS" userId="c7441972-6229-48cb-ac5f-580afb027766" providerId="ADAL" clId="{BE2647F0-5B0F-4901-8347-647011F86801}" dt="2023-09-21T22:25:17.780" v="105" actId="47"/>
        <pc:sldMkLst>
          <pc:docMk/>
          <pc:sldMk cId="4078503383" sldId="656"/>
        </pc:sldMkLst>
      </pc:sldChg>
      <pc:sldChg chg="del">
        <pc:chgData name="ELIZABETH OSPINA ROJAS" userId="c7441972-6229-48cb-ac5f-580afb027766" providerId="ADAL" clId="{BE2647F0-5B0F-4901-8347-647011F86801}" dt="2023-09-21T22:25:18.801" v="107" actId="47"/>
        <pc:sldMkLst>
          <pc:docMk/>
          <pc:sldMk cId="2396576929" sldId="657"/>
        </pc:sldMkLst>
      </pc:sldChg>
      <pc:sldChg chg="del">
        <pc:chgData name="ELIZABETH OSPINA ROJAS" userId="c7441972-6229-48cb-ac5f-580afb027766" providerId="ADAL" clId="{BE2647F0-5B0F-4901-8347-647011F86801}" dt="2023-09-21T22:25:18.984" v="108" actId="47"/>
        <pc:sldMkLst>
          <pc:docMk/>
          <pc:sldMk cId="277230320" sldId="658"/>
        </pc:sldMkLst>
      </pc:sldChg>
      <pc:sldChg chg="del">
        <pc:chgData name="ELIZABETH OSPINA ROJAS" userId="c7441972-6229-48cb-ac5f-580afb027766" providerId="ADAL" clId="{BE2647F0-5B0F-4901-8347-647011F86801}" dt="2023-09-21T22:25:15.958" v="96" actId="47"/>
        <pc:sldMkLst>
          <pc:docMk/>
          <pc:sldMk cId="674950027" sldId="659"/>
        </pc:sldMkLst>
      </pc:sldChg>
      <pc:sldChg chg="del">
        <pc:chgData name="ELIZABETH OSPINA ROJAS" userId="c7441972-6229-48cb-ac5f-580afb027766" providerId="ADAL" clId="{BE2647F0-5B0F-4901-8347-647011F86801}" dt="2023-09-21T22:25:19.351" v="109" actId="47"/>
        <pc:sldMkLst>
          <pc:docMk/>
          <pc:sldMk cId="1769678453" sldId="660"/>
        </pc:sldMkLst>
      </pc:sldChg>
      <pc:sldChg chg="del">
        <pc:chgData name="ELIZABETH OSPINA ROJAS" userId="c7441972-6229-48cb-ac5f-580afb027766" providerId="ADAL" clId="{BE2647F0-5B0F-4901-8347-647011F86801}" dt="2023-09-21T22:25:18.041" v="106" actId="47"/>
        <pc:sldMkLst>
          <pc:docMk/>
          <pc:sldMk cId="248366088" sldId="661"/>
        </pc:sldMkLst>
      </pc:sldChg>
      <pc:sldChg chg="del">
        <pc:chgData name="ELIZABETH OSPINA ROJAS" userId="c7441972-6229-48cb-ac5f-580afb027766" providerId="ADAL" clId="{BE2647F0-5B0F-4901-8347-647011F86801}" dt="2023-09-21T22:25:20.391" v="110" actId="47"/>
        <pc:sldMkLst>
          <pc:docMk/>
          <pc:sldMk cId="2591844847" sldId="6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1/11/2024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06640B99-8FBF-FD69-CA93-EBF3B35DF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192190" y="1055316"/>
            <a:ext cx="980761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endParaRPr lang="es-MX" sz="5400" b="1" dirty="0">
              <a:solidFill>
                <a:schemeClr val="bg1"/>
              </a:solidFill>
              <a:latin typeface="Montserrat" panose="00000500000000000000" pitchFamily="50" charset="0"/>
              <a:cs typeface="Myanmar Text" panose="020B0502040204020203" pitchFamily="34" charset="0"/>
            </a:endParaRPr>
          </a:p>
          <a:p>
            <a:pPr lvl="0" algn="ctr">
              <a:buClr>
                <a:schemeClr val="lt1"/>
              </a:buClr>
              <a:buSzPts val="5400"/>
            </a:pPr>
            <a:r>
              <a:rPr lang="es-MX" sz="5400" b="1" dirty="0">
                <a:solidFill>
                  <a:schemeClr val="bg1"/>
                </a:solidFill>
                <a:latin typeface="Montserrat" panose="00000500000000000000" pitchFamily="50" charset="0"/>
                <a:cs typeface="Myanmar Text" panose="020B0502040204020203" pitchFamily="34" charset="0"/>
              </a:rPr>
              <a:t>ESTRUCTURA DE DATOS Y LABORATORIO</a:t>
            </a:r>
            <a:endParaRPr lang="es-MX" sz="5400" b="1" dirty="0">
              <a:latin typeface="Montserrat" panose="00000500000000000000" pitchFamily="50" charset="0"/>
            </a:endParaRP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00C92FE1-E2C2-7385-F98C-BD9622DE00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3" t="29822" r="8317" b="25035"/>
          <a:stretch/>
        </p:blipFill>
        <p:spPr>
          <a:xfrm rot="10800000">
            <a:off x="2244897" y="2864125"/>
            <a:ext cx="628854" cy="359383"/>
          </a:xfrm>
          <a:prstGeom prst="rect">
            <a:avLst/>
          </a:prstGeom>
        </p:spPr>
      </p:pic>
      <p:pic>
        <p:nvPicPr>
          <p:cNvPr id="2" name="Imagen 38">
            <a:extLst>
              <a:ext uri="{FF2B5EF4-FFF2-40B4-BE49-F238E27FC236}">
                <a16:creationId xmlns:a16="http://schemas.microsoft.com/office/drawing/2014/main" id="{B85548B8-2DB7-4479-0F09-4E84A82C28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3" t="29822" r="8317" b="25035"/>
          <a:stretch/>
        </p:blipFill>
        <p:spPr>
          <a:xfrm>
            <a:off x="9437319" y="2864125"/>
            <a:ext cx="628854" cy="359383"/>
          </a:xfrm>
          <a:prstGeom prst="rect">
            <a:avLst/>
          </a:prstGeom>
        </p:spPr>
      </p:pic>
      <p:sp>
        <p:nvSpPr>
          <p:cNvPr id="4" name="Rectángulo 6">
            <a:extLst>
              <a:ext uri="{FF2B5EF4-FFF2-40B4-BE49-F238E27FC236}">
                <a16:creationId xmlns:a16="http://schemas.microsoft.com/office/drawing/2014/main" id="{B288B7D8-32A0-CC16-3236-6E6B063E475E}"/>
              </a:ext>
            </a:extLst>
          </p:cNvPr>
          <p:cNvSpPr/>
          <p:nvPr/>
        </p:nvSpPr>
        <p:spPr>
          <a:xfrm>
            <a:off x="1192189" y="4197903"/>
            <a:ext cx="98076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endParaRPr lang="es-MX" sz="5400" b="1" dirty="0">
              <a:solidFill>
                <a:schemeClr val="bg1"/>
              </a:solidFill>
              <a:latin typeface="Montserrat" panose="00000500000000000000" pitchFamily="50" charset="0"/>
              <a:cs typeface="Myanmar Text" panose="020B0502040204020203" pitchFamily="34" charset="0"/>
            </a:endParaRPr>
          </a:p>
          <a:p>
            <a:pPr lvl="0" algn="ctr">
              <a:buClr>
                <a:schemeClr val="lt1"/>
              </a:buClr>
              <a:buSzPts val="5400"/>
            </a:pPr>
            <a:r>
              <a:rPr lang="es-MX" sz="2800" b="1" dirty="0">
                <a:solidFill>
                  <a:schemeClr val="bg1"/>
                </a:solidFill>
                <a:latin typeface="Montserrat" panose="00000500000000000000" pitchFamily="50" charset="0"/>
                <a:cs typeface="Myanmar Text" panose="020B0502040204020203" pitchFamily="34" charset="0"/>
              </a:rPr>
              <a:t>William Giraldo Escobar</a:t>
            </a:r>
          </a:p>
          <a:p>
            <a:pPr lvl="0" algn="ctr">
              <a:buClr>
                <a:schemeClr val="lt1"/>
              </a:buClr>
              <a:buSzPts val="5400"/>
            </a:pPr>
            <a:r>
              <a:rPr lang="es-ES" sz="1600" b="1" dirty="0">
                <a:solidFill>
                  <a:schemeClr val="bg1"/>
                </a:solidFill>
                <a:latin typeface="Montserrat" panose="00000500000000000000" pitchFamily="50" charset="0"/>
              </a:rPr>
              <a:t>Facultad de Ingenierías</a:t>
            </a:r>
          </a:p>
          <a:p>
            <a:pPr lvl="0" algn="ctr">
              <a:buClr>
                <a:schemeClr val="lt1"/>
              </a:buClr>
              <a:buSzPts val="5400"/>
            </a:pPr>
            <a:r>
              <a:rPr lang="es-ES" sz="1600" b="1" dirty="0">
                <a:solidFill>
                  <a:schemeClr val="bg1"/>
                </a:solidFill>
                <a:latin typeface="Montserrat" panose="00000500000000000000" pitchFamily="50" charset="0"/>
              </a:rPr>
              <a:t>Departamento de Sistemas de Información</a:t>
            </a:r>
          </a:p>
          <a:p>
            <a:pPr lvl="0" algn="ctr">
              <a:buClr>
                <a:schemeClr val="lt1"/>
              </a:buClr>
              <a:buSzPts val="5400"/>
            </a:pPr>
            <a:endParaRPr lang="es-MX" sz="2800" b="1" dirty="0">
              <a:latin typeface="Montserrat" panose="00000500000000000000" pitchFamily="50" charset="0"/>
            </a:endParaRPr>
          </a:p>
        </p:txBody>
      </p:sp>
      <p:sp>
        <p:nvSpPr>
          <p:cNvPr id="6" name="Rectángulo 6">
            <a:extLst>
              <a:ext uri="{FF2B5EF4-FFF2-40B4-BE49-F238E27FC236}">
                <a16:creationId xmlns:a16="http://schemas.microsoft.com/office/drawing/2014/main" id="{CB59DE4A-CDED-F83D-A967-E1EE9BAB2D30}"/>
              </a:ext>
            </a:extLst>
          </p:cNvPr>
          <p:cNvSpPr/>
          <p:nvPr/>
        </p:nvSpPr>
        <p:spPr>
          <a:xfrm>
            <a:off x="1192188" y="3103663"/>
            <a:ext cx="9807619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endParaRPr lang="es-MX" sz="5400" b="1" dirty="0">
              <a:solidFill>
                <a:schemeClr val="bg1"/>
              </a:solidFill>
              <a:latin typeface="Montserrat" panose="00000500000000000000" pitchFamily="50" charset="0"/>
              <a:cs typeface="Myanmar Text" panose="020B0502040204020203" pitchFamily="34" charset="0"/>
            </a:endParaRPr>
          </a:p>
          <a:p>
            <a:pPr lvl="0" algn="ctr">
              <a:buClr>
                <a:schemeClr val="lt1"/>
              </a:buClr>
              <a:buSzPts val="5400"/>
            </a:pPr>
            <a:r>
              <a:rPr lang="es-MX" sz="2800" b="1" dirty="0">
                <a:solidFill>
                  <a:schemeClr val="bg1"/>
                </a:solidFill>
                <a:latin typeface="Montserrat" panose="00000500000000000000" pitchFamily="50" charset="0"/>
                <a:cs typeface="Myanmar Text" panose="020B0502040204020203" pitchFamily="34" charset="0"/>
              </a:rPr>
              <a:t>580506004-8</a:t>
            </a:r>
            <a:endParaRPr lang="es-MX" sz="5400" b="1" dirty="0">
              <a:solidFill>
                <a:schemeClr val="bg1"/>
              </a:solidFill>
              <a:latin typeface="Montserrat" panose="00000500000000000000" pitchFamily="50" charset="0"/>
              <a:cs typeface="Myanmar Tex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36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8B3EB-0EC3-824E-30C5-1E3373DDA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2976" cy="2438466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Es una estructura de datos que se basa en un conjunto de elementos </a:t>
            </a:r>
            <a:r>
              <a:rPr lang="es-ES" i="1" dirty="0">
                <a:solidFill>
                  <a:schemeClr val="accent1">
                    <a:lumMod val="75000"/>
                  </a:schemeClr>
                </a:solidFill>
              </a:rPr>
              <a:t>no ordenados </a:t>
            </a:r>
            <a:r>
              <a:rPr lang="es-ES" dirty="0"/>
              <a:t>escritos entre llaves, {}, que constan de claves y valores.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Cada elemento en un diccionario tiene una </a:t>
            </a:r>
            <a:r>
              <a:rPr lang="es-ES" i="1" dirty="0">
                <a:solidFill>
                  <a:schemeClr val="accent2">
                    <a:lumMod val="50000"/>
                  </a:schemeClr>
                </a:solidFill>
              </a:rPr>
              <a:t>clave</a:t>
            </a:r>
            <a:r>
              <a:rPr lang="es-ES" dirty="0"/>
              <a:t> única que se utiliza para acceder a su </a:t>
            </a:r>
            <a:r>
              <a:rPr lang="es-ES" i="1" dirty="0">
                <a:solidFill>
                  <a:schemeClr val="accent6">
                    <a:lumMod val="50000"/>
                  </a:schemeClr>
                </a:solidFill>
              </a:rPr>
              <a:t>valor</a:t>
            </a:r>
            <a:r>
              <a:rPr lang="es-ES" dirty="0"/>
              <a:t> correspondiente.</a:t>
            </a:r>
            <a:endParaRPr lang="en-US" dirty="0"/>
          </a:p>
        </p:txBody>
      </p:sp>
      <p:pic>
        <p:nvPicPr>
          <p:cNvPr id="2052" name="Picture 4" descr="Diccionarios en Python: Propiedades, Operaciones, Metodos y mas - Mi Diario  Python">
            <a:extLst>
              <a:ext uri="{FF2B5EF4-FFF2-40B4-BE49-F238E27FC236}">
                <a16:creationId xmlns:a16="http://schemas.microsoft.com/office/drawing/2014/main" id="{80DF071B-AC3A-FD08-1DD2-CBBF12683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87"/>
          <a:stretch/>
        </p:blipFill>
        <p:spPr bwMode="auto">
          <a:xfrm>
            <a:off x="920621" y="4879912"/>
            <a:ext cx="3048000" cy="70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Diccionarios en Python: Propiedades, Operaciones, Metodos y mas - Mi Diario  Python">
            <a:extLst>
              <a:ext uri="{FF2B5EF4-FFF2-40B4-BE49-F238E27FC236}">
                <a16:creationId xmlns:a16="http://schemas.microsoft.com/office/drawing/2014/main" id="{8B7B7224-4502-799A-F831-13C91FABCE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87"/>
          <a:stretch/>
        </p:blipFill>
        <p:spPr bwMode="auto">
          <a:xfrm>
            <a:off x="4572000" y="4879912"/>
            <a:ext cx="3048000" cy="70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iccionarios en Python: Propiedades, Operaciones, Metodos y mas - Mi Diario  Python">
            <a:extLst>
              <a:ext uri="{FF2B5EF4-FFF2-40B4-BE49-F238E27FC236}">
                <a16:creationId xmlns:a16="http://schemas.microsoft.com/office/drawing/2014/main" id="{51B35E79-3C1A-B877-EB26-2CBD939A0B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87"/>
          <a:stretch/>
        </p:blipFill>
        <p:spPr bwMode="auto">
          <a:xfrm>
            <a:off x="8223379" y="4879911"/>
            <a:ext cx="3048000" cy="70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04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8B3EB-0EC3-824E-30C5-1E3373DDA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2976" cy="1281469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Los diccionarios son muy útiles cuando necesitas almacenar y acceder a datos de manera eficiente a través de una </a:t>
            </a:r>
            <a:r>
              <a:rPr lang="es-ES" i="1" dirty="0">
                <a:solidFill>
                  <a:schemeClr val="accent2">
                    <a:lumMod val="50000"/>
                  </a:schemeClr>
                </a:solidFill>
              </a:rPr>
              <a:t>clave</a:t>
            </a:r>
            <a:r>
              <a:rPr lang="es-ES" dirty="0"/>
              <a:t> en lugar de un índice numérico.</a:t>
            </a:r>
            <a:endParaRPr lang="en-US" dirty="0"/>
          </a:p>
        </p:txBody>
      </p:sp>
      <p:pic>
        <p:nvPicPr>
          <p:cNvPr id="4" name="Picture 2" descr="Declaración y manipulacion de diccionarios en Python - Facialix">
            <a:extLst>
              <a:ext uri="{FF2B5EF4-FFF2-40B4-BE49-F238E27FC236}">
                <a16:creationId xmlns:a16="http://schemas.microsoft.com/office/drawing/2014/main" id="{193F2329-660F-CAD1-32A9-A0CFF8466B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" t="56328" r="4000" b="13675"/>
          <a:stretch/>
        </p:blipFill>
        <p:spPr bwMode="auto">
          <a:xfrm>
            <a:off x="887963" y="3750907"/>
            <a:ext cx="10515600" cy="179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644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Y LISTAS : DIFERENCIAS</a:t>
            </a:r>
          </a:p>
        </p:txBody>
      </p:sp>
      <p:pic>
        <p:nvPicPr>
          <p:cNvPr id="1026" name="Picture 2" descr="Introducción a la programación en Python 6 — Diccionarios | by René Silva  Valdés | Medium">
            <a:extLst>
              <a:ext uri="{FF2B5EF4-FFF2-40B4-BE49-F238E27FC236}">
                <a16:creationId xmlns:a16="http://schemas.microsoft.com/office/drawing/2014/main" id="{6E3315FA-75EB-FC73-7EE3-177BD3B73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14" y="1856305"/>
            <a:ext cx="11406572" cy="474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98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2976" cy="468714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Dentro de un diccionario puedo almacenar cualquier tipo de dato o estructura:</a:t>
            </a:r>
          </a:p>
          <a:p>
            <a:pPr marL="0" indent="0" algn="just">
              <a:buNone/>
            </a:pPr>
            <a:r>
              <a:rPr lang="es-ES" i="1" dirty="0">
                <a:solidFill>
                  <a:srgbClr val="002060"/>
                </a:solidFill>
              </a:rPr>
              <a:t>- </a:t>
            </a:r>
            <a:r>
              <a:rPr lang="es-ES" i="1" dirty="0" err="1">
                <a:solidFill>
                  <a:srgbClr val="002060"/>
                </a:solidFill>
              </a:rPr>
              <a:t>str</a:t>
            </a:r>
            <a:endParaRPr lang="es-ES" i="1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es-ES" i="1" dirty="0">
                <a:solidFill>
                  <a:schemeClr val="accent6">
                    <a:lumMod val="50000"/>
                  </a:schemeClr>
                </a:solidFill>
              </a:rPr>
              <a:t>- </a:t>
            </a:r>
            <a:r>
              <a:rPr lang="es-ES" i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endParaRPr lang="es-ES" i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i="1" dirty="0">
                <a:solidFill>
                  <a:schemeClr val="accent2">
                    <a:lumMod val="50000"/>
                  </a:schemeClr>
                </a:solidFill>
              </a:rPr>
              <a:t>- </a:t>
            </a:r>
            <a:r>
              <a:rPr lang="es-ES" i="1" dirty="0" err="1">
                <a:solidFill>
                  <a:schemeClr val="accent2">
                    <a:lumMod val="50000"/>
                  </a:schemeClr>
                </a:solidFill>
              </a:rPr>
              <a:t>float</a:t>
            </a:r>
            <a:endParaRPr lang="es-ES" i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i="1" dirty="0">
                <a:solidFill>
                  <a:srgbClr val="7030A0"/>
                </a:solidFill>
              </a:rPr>
              <a:t>- </a:t>
            </a:r>
            <a:r>
              <a:rPr lang="es-ES" i="1" dirty="0" err="1">
                <a:solidFill>
                  <a:srgbClr val="7030A0"/>
                </a:solidFill>
              </a:rPr>
              <a:t>bool</a:t>
            </a:r>
            <a:endParaRPr lang="es-ES" i="1" dirty="0">
              <a:solidFill>
                <a:srgbClr val="7030A0"/>
              </a:solidFill>
            </a:endParaRPr>
          </a:p>
          <a:p>
            <a:pPr marL="0" indent="0" algn="just">
              <a:buNone/>
            </a:pP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- listas</a:t>
            </a:r>
          </a:p>
          <a:p>
            <a:pPr marL="0" indent="0" algn="just">
              <a:buNone/>
            </a:pPr>
            <a:r>
              <a:rPr lang="es-ES" i="1" dirty="0">
                <a:solidFill>
                  <a:srgbClr val="C00000"/>
                </a:solidFill>
              </a:rPr>
              <a:t>- objetos</a:t>
            </a:r>
          </a:p>
          <a:p>
            <a:pPr marL="0" indent="0" algn="just">
              <a:buNone/>
            </a:pPr>
            <a:r>
              <a:rPr lang="es-ES" i="1" dirty="0">
                <a:solidFill>
                  <a:schemeClr val="accent6">
                    <a:lumMod val="75000"/>
                  </a:schemeClr>
                </a:solidFill>
              </a:rPr>
              <a:t>- otros diccionarios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5293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- DEFINICIÓN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2976" cy="20279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Cada conjunto </a:t>
            </a:r>
            <a:r>
              <a:rPr lang="es-ES" i="1" u="sng" dirty="0">
                <a:solidFill>
                  <a:schemeClr val="accent2">
                    <a:lumMod val="50000"/>
                  </a:schemeClr>
                </a:solidFill>
              </a:rPr>
              <a:t>clave: valor</a:t>
            </a:r>
            <a:r>
              <a:rPr lang="es-ES" i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s-ES" dirty="0"/>
              <a:t>es separado por comas. </a:t>
            </a:r>
          </a:p>
          <a:p>
            <a:pPr marL="0" indent="0" algn="just">
              <a:buNone/>
            </a:pPr>
            <a:r>
              <a:rPr lang="es-ES" dirty="0"/>
              <a:t>Las claves funcionan como </a:t>
            </a:r>
            <a:r>
              <a:rPr lang="es-ES" i="1" dirty="0">
                <a:solidFill>
                  <a:schemeClr val="accent5">
                    <a:lumMod val="50000"/>
                  </a:schemeClr>
                </a:solidFill>
              </a:rPr>
              <a:t>identificadores, </a:t>
            </a:r>
            <a:r>
              <a:rPr lang="es-ES" dirty="0"/>
              <a:t>luego de una clave agrego dos puntos  ( : )</a:t>
            </a:r>
          </a:p>
          <a:p>
            <a:pPr marL="0" indent="0" algn="just">
              <a:buNone/>
            </a:pPr>
            <a:r>
              <a:rPr lang="es-ES" dirty="0"/>
              <a:t>A continuación, van los </a:t>
            </a:r>
            <a:r>
              <a:rPr lang="es-ES" i="1" dirty="0">
                <a:solidFill>
                  <a:schemeClr val="accent6">
                    <a:lumMod val="75000"/>
                  </a:schemeClr>
                </a:solidFill>
              </a:rPr>
              <a:t>valores</a:t>
            </a:r>
            <a:r>
              <a:rPr lang="es-ES" dirty="0"/>
              <a:t>, que son elementos asociados a esa clave.</a:t>
            </a:r>
          </a:p>
        </p:txBody>
      </p:sp>
      <p:pic>
        <p:nvPicPr>
          <p:cNvPr id="4098" name="Picture 2" descr="Declaración y manipulacion de diccionarios en Python - Facialix">
            <a:extLst>
              <a:ext uri="{FF2B5EF4-FFF2-40B4-BE49-F238E27FC236}">
                <a16:creationId xmlns:a16="http://schemas.microsoft.com/office/drawing/2014/main" id="{C5B19E70-4CF5-F59B-D2FB-EEFC9DBB2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5" t="56015" r="4639" b="13519"/>
          <a:stretch/>
        </p:blipFill>
        <p:spPr bwMode="auto">
          <a:xfrm>
            <a:off x="978158" y="4282752"/>
            <a:ext cx="10375642" cy="181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03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- CREACIÓN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902" y="2301487"/>
            <a:ext cx="11132976" cy="646987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s-ES" dirty="0"/>
              <a:t>Puedes inicializar un diccionario vacío en Python utilizando llaves {} o la función </a:t>
            </a:r>
            <a:r>
              <a:rPr lang="es-ES" dirty="0" err="1"/>
              <a:t>dict</a:t>
            </a:r>
            <a:r>
              <a:rPr lang="es-ES" dirty="0"/>
              <a:t>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468016" y="3697320"/>
            <a:ext cx="3342692" cy="538779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mi_diccionario</a:t>
            </a:r>
            <a:r>
              <a:rPr lang="es-ES" dirty="0"/>
              <a:t> = {}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5DC291-E223-B93E-E065-170F9FBAEEE6}"/>
              </a:ext>
            </a:extLst>
          </p:cNvPr>
          <p:cNvSpPr txBox="1">
            <a:spLocks/>
          </p:cNvSpPr>
          <p:nvPr/>
        </p:nvSpPr>
        <p:spPr>
          <a:xfrm>
            <a:off x="6404688" y="3697319"/>
            <a:ext cx="3992725" cy="538779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mi_diccionario</a:t>
            </a:r>
            <a:r>
              <a:rPr lang="es-ES" dirty="0"/>
              <a:t> = </a:t>
            </a:r>
            <a:r>
              <a:rPr lang="es-ES" dirty="0" err="1"/>
              <a:t>dict</a:t>
            </a:r>
            <a:r>
              <a:rPr lang="es-E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15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- CREACIÓN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915"/>
            <a:ext cx="11132976" cy="6469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Puedes crear un diccionario en Python utilizando llaves {} o la función </a:t>
            </a:r>
            <a:r>
              <a:rPr lang="es-ES" dirty="0" err="1"/>
              <a:t>dict</a:t>
            </a:r>
            <a:r>
              <a:rPr lang="es-ES" dirty="0"/>
              <a:t>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937726" y="3697320"/>
            <a:ext cx="10316547" cy="646987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mi_diccionario</a:t>
            </a:r>
            <a:r>
              <a:rPr lang="es-ES" dirty="0"/>
              <a:t> = {</a:t>
            </a:r>
            <a:r>
              <a:rPr lang="es-ES" dirty="0">
                <a:solidFill>
                  <a:schemeClr val="accent2">
                    <a:lumMod val="50000"/>
                  </a:schemeClr>
                </a:solidFill>
              </a:rPr>
              <a:t>"nombre":</a:t>
            </a:r>
            <a:r>
              <a:rPr lang="es-ES" dirty="0"/>
              <a:t> "Juan", </a:t>
            </a:r>
            <a:r>
              <a:rPr lang="es-ES" dirty="0">
                <a:solidFill>
                  <a:schemeClr val="accent2">
                    <a:lumMod val="50000"/>
                  </a:schemeClr>
                </a:solidFill>
              </a:rPr>
              <a:t>"edad": </a:t>
            </a:r>
            <a:r>
              <a:rPr lang="es-ES" dirty="0"/>
              <a:t>30, </a:t>
            </a:r>
            <a:r>
              <a:rPr lang="es-ES" dirty="0">
                <a:solidFill>
                  <a:schemeClr val="accent2">
                    <a:lumMod val="50000"/>
                  </a:schemeClr>
                </a:solidFill>
              </a:rPr>
              <a:t>"ciudad": </a:t>
            </a:r>
            <a:r>
              <a:rPr lang="es-ES" dirty="0"/>
              <a:t>"México"}</a:t>
            </a:r>
          </a:p>
        </p:txBody>
      </p:sp>
    </p:spTree>
    <p:extLst>
      <p:ext uri="{BB962C8B-B14F-4D97-AF65-F5344CB8AC3E}">
        <p14:creationId xmlns:p14="http://schemas.microsoft.com/office/powerpoint/2010/main" val="3234648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- CREACIÓN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915"/>
            <a:ext cx="11132976" cy="22891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i="1" dirty="0">
                <a:solidFill>
                  <a:schemeClr val="accent5">
                    <a:lumMod val="50000"/>
                  </a:schemeClr>
                </a:solidFill>
              </a:rPr>
              <a:t>Nota: </a:t>
            </a:r>
            <a:r>
              <a:rPr lang="es-ES" dirty="0"/>
              <a:t>En Python, las claves de un diccionario deben ser únicas. Esto es, no puede haber dos claves que sean exactamente iguales.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i="1" dirty="0">
                <a:solidFill>
                  <a:schemeClr val="accent2">
                    <a:lumMod val="75000"/>
                  </a:schemeClr>
                </a:solidFill>
              </a:rPr>
              <a:t>¿Qué pasa si defino dos elementos con la misma clave?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2712875" y="4548317"/>
            <a:ext cx="6766249" cy="1110343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</a:t>
            </a:r>
            <a:r>
              <a:rPr lang="es-ES" dirty="0"/>
              <a:t> = {"</a:t>
            </a:r>
            <a:r>
              <a:rPr lang="es-ES" dirty="0" err="1"/>
              <a:t>Jose</a:t>
            </a:r>
            <a:r>
              <a:rPr lang="es-ES" dirty="0"/>
              <a:t>": 40,    "Marina": 20,  "</a:t>
            </a:r>
            <a:r>
              <a:rPr lang="es-ES" dirty="0" err="1"/>
              <a:t>Jose</a:t>
            </a:r>
            <a:r>
              <a:rPr lang="es-ES" dirty="0"/>
              <a:t>": 10}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dicc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5637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- CREACIÓN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915"/>
            <a:ext cx="11132976" cy="22891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i="1" dirty="0">
                <a:solidFill>
                  <a:schemeClr val="accent5">
                    <a:lumMod val="50000"/>
                  </a:schemeClr>
                </a:solidFill>
              </a:rPr>
              <a:t>Nota: </a:t>
            </a:r>
            <a:r>
              <a:rPr lang="es-ES" dirty="0"/>
              <a:t>Al decir que los diccionarios no tienen orden, lo que ocurre es que Python reordenará todos los elementos por orden primero numérico (yendo antes los positivos que los negativos) y luego alfabético de las claves. Esto no ocurre si usamos la función </a:t>
            </a:r>
            <a:r>
              <a:rPr lang="es-ES" dirty="0" err="1"/>
              <a:t>print</a:t>
            </a:r>
            <a:r>
              <a:rPr lang="es-ES" dirty="0"/>
              <a:t>().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A43888-9895-BDE0-1DEC-C526487F4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725" y="3766685"/>
            <a:ext cx="4086550" cy="279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51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- CREACIÓN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915"/>
            <a:ext cx="11132976" cy="14540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i="1" dirty="0">
                <a:solidFill>
                  <a:schemeClr val="accent2">
                    <a:lumMod val="75000"/>
                  </a:schemeClr>
                </a:solidFill>
              </a:rPr>
              <a:t>¿En qué orden imprime estos datos? (sin usar </a:t>
            </a:r>
            <a:r>
              <a:rPr lang="es-ES" i="1" dirty="0" err="1">
                <a:solidFill>
                  <a:schemeClr val="accent2">
                    <a:lumMod val="75000"/>
                  </a:schemeClr>
                </a:solidFill>
              </a:rPr>
              <a:t>print</a:t>
            </a:r>
            <a:r>
              <a:rPr lang="es-E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2983463" y="3713227"/>
            <a:ext cx="6766249" cy="1110343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</a:t>
            </a:r>
            <a:r>
              <a:rPr lang="es-ES" dirty="0"/>
              <a:t> = {"Alba": 2, 7: "a", -5: "b", "Javi": 28}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9172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- CREACIÓN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3627276" y="3713227"/>
            <a:ext cx="4537010" cy="1110343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/>
              <a:t>dicc1 = </a:t>
            </a:r>
            <a:r>
              <a:rPr lang="es-ES" dirty="0" err="1"/>
              <a:t>dict</a:t>
            </a:r>
            <a:r>
              <a:rPr lang="es-ES" dirty="0"/>
              <a:t>(x = 0, y = 1, z = -1)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print</a:t>
            </a:r>
            <a:r>
              <a:rPr lang="es-ES" dirty="0"/>
              <a:t>(dicc1)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264BFA-93E7-A91E-AD57-6AA7D0EC5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2089" y="2170858"/>
            <a:ext cx="7447384" cy="88958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Al Definir un diccionario usando el método .</a:t>
            </a:r>
            <a:r>
              <a:rPr lang="es-ES" dirty="0" err="1"/>
              <a:t>dict</a:t>
            </a:r>
            <a:r>
              <a:rPr lang="es-E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58701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ACCEDER A SUS ELEMENTOS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915"/>
            <a:ext cx="11132976" cy="1454085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ES" dirty="0"/>
              <a:t>Como los diccionarios no tienen orden, no se accede a sus elementos por  posición, sino que debemos hacerlo mediante sus claves.</a:t>
            </a:r>
          </a:p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dirty="0"/>
              <a:t>La sintaxis es diccionario[clave]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164577" y="3918501"/>
            <a:ext cx="10189223" cy="1651875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mi_diccionario</a:t>
            </a:r>
            <a:r>
              <a:rPr lang="es-ES" dirty="0"/>
              <a:t> = {"nombre": "Juan", "edad": 30, "ciudad": "México"}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Print</a:t>
            </a:r>
            <a:r>
              <a:rPr lang="es-ES" dirty="0"/>
              <a:t>( </a:t>
            </a:r>
            <a:r>
              <a:rPr lang="es-ES" dirty="0" err="1"/>
              <a:t>mi_diccionario</a:t>
            </a:r>
            <a:r>
              <a:rPr lang="es-ES" dirty="0"/>
              <a:t>["nombre"] )</a:t>
            </a:r>
          </a:p>
        </p:txBody>
      </p:sp>
    </p:spTree>
    <p:extLst>
      <p:ext uri="{BB962C8B-B14F-4D97-AF65-F5344CB8AC3E}">
        <p14:creationId xmlns:p14="http://schemas.microsoft.com/office/powerpoint/2010/main" val="3230264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ACCEDER A SUS ELEMENTOS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915"/>
            <a:ext cx="11132976" cy="1454085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ES" dirty="0"/>
              <a:t>Como los diccionarios no tienen orden, no se accede a sus elementos por  posición, sino que debemos hacerlo mediante sus claves.</a:t>
            </a:r>
          </a:p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dirty="0"/>
              <a:t>Podemos usar el método .</a:t>
            </a:r>
            <a:r>
              <a:rPr lang="es-ES" dirty="0" err="1"/>
              <a:t>get</a:t>
            </a:r>
            <a:r>
              <a:rPr lang="es-ES" dirty="0"/>
              <a:t>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164577" y="3918501"/>
            <a:ext cx="10189223" cy="1651875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mi_diccionario</a:t>
            </a:r>
            <a:r>
              <a:rPr lang="es-ES" dirty="0"/>
              <a:t> = {"nombre": "Juan", "edad": 30, "ciudad": "México"}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/>
              <a:t>edad = </a:t>
            </a:r>
            <a:r>
              <a:rPr lang="es-ES" dirty="0" err="1"/>
              <a:t>mi_diccionario.get</a:t>
            </a:r>
            <a:r>
              <a:rPr lang="es-ES" dirty="0"/>
              <a:t>("edad")  # Acceso con </a:t>
            </a:r>
            <a:r>
              <a:rPr lang="es-ES" dirty="0" err="1"/>
              <a:t>get</a:t>
            </a:r>
            <a:r>
              <a:rPr lang="es-E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26647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ACCEDER A SUS ELEMENTOS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040229"/>
            <a:ext cx="11132976" cy="1454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Acceder a un elemento de una lista dentro de un diccionario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136780" y="3616036"/>
            <a:ext cx="9918440" cy="1151907"/>
          </a:xfrm>
          <a:prstGeom prst="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</a:t>
            </a:r>
            <a:r>
              <a:rPr lang="es-ES" dirty="0"/>
              <a:t> = {  "</a:t>
            </a:r>
            <a:r>
              <a:rPr lang="es-ES" dirty="0" err="1"/>
              <a:t>names</a:t>
            </a:r>
            <a:r>
              <a:rPr lang="es-ES" dirty="0"/>
              <a:t>": ["Ana", "Borja", "Carmen"], "</a:t>
            </a:r>
            <a:r>
              <a:rPr lang="es-ES" dirty="0" err="1"/>
              <a:t>ages</a:t>
            </a:r>
            <a:r>
              <a:rPr lang="es-ES" dirty="0"/>
              <a:t>" : [31, 25, 16] }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</a:t>
            </a:r>
            <a:r>
              <a:rPr lang="es-ES" dirty="0"/>
              <a:t>["</a:t>
            </a:r>
            <a:r>
              <a:rPr lang="es-ES" dirty="0" err="1"/>
              <a:t>names</a:t>
            </a:r>
            <a:r>
              <a:rPr lang="es-ES" dirty="0"/>
              <a:t>"][0]</a:t>
            </a:r>
          </a:p>
        </p:txBody>
      </p:sp>
    </p:spTree>
    <p:extLst>
      <p:ext uri="{BB962C8B-B14F-4D97-AF65-F5344CB8AC3E}">
        <p14:creationId xmlns:p14="http://schemas.microsoft.com/office/powerpoint/2010/main" val="3443675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964"/>
            <a:ext cx="10515600" cy="734724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RECUPERAR TODAS SUS CLAVES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198850"/>
            <a:ext cx="11132976" cy="1454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Podemos acceder a todas las </a:t>
            </a:r>
            <a:r>
              <a:rPr lang="es-ES" dirty="0">
                <a:solidFill>
                  <a:schemeClr val="accent6">
                    <a:lumMod val="50000"/>
                  </a:schemeClr>
                </a:solidFill>
              </a:rPr>
              <a:t>claves</a:t>
            </a:r>
            <a:r>
              <a:rPr lang="es-ES" dirty="0"/>
              <a:t> de un diccionario con el método .</a:t>
            </a:r>
            <a:r>
              <a:rPr lang="es-ES" dirty="0" err="1"/>
              <a:t>keys</a:t>
            </a:r>
            <a:r>
              <a:rPr lang="es-ES" dirty="0"/>
              <a:t>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136780" y="3774657"/>
            <a:ext cx="9918440" cy="1599776"/>
          </a:xfrm>
          <a:prstGeom prst="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</a:t>
            </a:r>
            <a:r>
              <a:rPr lang="es-ES" dirty="0"/>
              <a:t> = {  "</a:t>
            </a:r>
            <a:r>
              <a:rPr lang="es-ES" dirty="0" err="1"/>
              <a:t>names</a:t>
            </a:r>
            <a:r>
              <a:rPr lang="es-ES" dirty="0"/>
              <a:t>": ["Ana", "Borja", "Carmen"], "</a:t>
            </a:r>
            <a:r>
              <a:rPr lang="es-ES" dirty="0" err="1"/>
              <a:t>ages</a:t>
            </a:r>
            <a:r>
              <a:rPr lang="es-ES" dirty="0"/>
              <a:t>" : [31, 25, 16] }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dicc.keys</a:t>
            </a:r>
            <a:r>
              <a:rPr lang="es-E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92737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RECUPERAR TODOS SUS ELEMENTOS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273494"/>
            <a:ext cx="11132976" cy="1454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Podemos acceder a todos los valores de un diccionario con el método .</a:t>
            </a:r>
            <a:r>
              <a:rPr lang="es-ES" dirty="0" err="1"/>
              <a:t>values</a:t>
            </a:r>
            <a:r>
              <a:rPr lang="es-ES" dirty="0"/>
              <a:t>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136780" y="3849301"/>
            <a:ext cx="9918440" cy="159977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</a:t>
            </a:r>
            <a:r>
              <a:rPr lang="es-ES" dirty="0"/>
              <a:t> = {  "</a:t>
            </a:r>
            <a:r>
              <a:rPr lang="es-ES" dirty="0" err="1"/>
              <a:t>names</a:t>
            </a:r>
            <a:r>
              <a:rPr lang="es-ES" dirty="0"/>
              <a:t>": ["Ana", "Borja", "Carmen"], "</a:t>
            </a:r>
            <a:r>
              <a:rPr lang="es-ES" dirty="0" err="1"/>
              <a:t>ages</a:t>
            </a:r>
            <a:r>
              <a:rPr lang="es-ES" dirty="0"/>
              <a:t>" : [31, 25, 16] }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dicc.values</a:t>
            </a:r>
            <a:r>
              <a:rPr lang="es-E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10551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MODIFICAR UN ELEMENTO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273494"/>
            <a:ext cx="11132976" cy="1454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Puedes modificar el valor asociado a una clave existente de la siguiente manera: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378598" y="3849301"/>
            <a:ext cx="9434804" cy="159977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mi_diccionario</a:t>
            </a:r>
            <a:r>
              <a:rPr lang="es-ES" dirty="0"/>
              <a:t> = {"nombre": "Juan", "edad": 30, "ciudad": "México"}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mi_diccionario</a:t>
            </a:r>
            <a:r>
              <a:rPr lang="es-ES" dirty="0"/>
              <a:t>["edad"] = 31</a:t>
            </a:r>
          </a:p>
        </p:txBody>
      </p:sp>
    </p:spTree>
    <p:extLst>
      <p:ext uri="{BB962C8B-B14F-4D97-AF65-F5344CB8AC3E}">
        <p14:creationId xmlns:p14="http://schemas.microsoft.com/office/powerpoint/2010/main" val="656370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MODIFICAR UN ELEMENTO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273494"/>
            <a:ext cx="11132976" cy="1454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Puedes modificar el valor asociado a una clave existente de la siguiente manera: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378598" y="3849301"/>
            <a:ext cx="9434804" cy="159977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mi_diccionario</a:t>
            </a:r>
            <a:r>
              <a:rPr lang="es-ES" dirty="0"/>
              <a:t> = {"nombre": "Juan", "edad": 30, "ciudad": "México"}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mi_diccionario</a:t>
            </a:r>
            <a:r>
              <a:rPr lang="es-ES" dirty="0"/>
              <a:t>[“nombre"] = “Cristian”</a:t>
            </a:r>
          </a:p>
        </p:txBody>
      </p:sp>
    </p:spTree>
    <p:extLst>
      <p:ext uri="{BB962C8B-B14F-4D97-AF65-F5344CB8AC3E}">
        <p14:creationId xmlns:p14="http://schemas.microsoft.com/office/powerpoint/2010/main" val="2260595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MODIFICAR UN ELEMENTO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101783"/>
            <a:ext cx="11132976" cy="5630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Para modificar una lista o un elemento de una lista en un diccionario: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295009" y="3000536"/>
            <a:ext cx="9734161" cy="3610947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</a:t>
            </a:r>
            <a:r>
              <a:rPr lang="es-ES" dirty="0"/>
              <a:t> = {"</a:t>
            </a:r>
            <a:r>
              <a:rPr lang="es-ES" dirty="0" err="1"/>
              <a:t>names</a:t>
            </a:r>
            <a:r>
              <a:rPr lang="es-ES" dirty="0"/>
              <a:t>": ["Ana", "Borja", "Carmen"], "</a:t>
            </a:r>
            <a:r>
              <a:rPr lang="es-ES" dirty="0" err="1"/>
              <a:t>ages</a:t>
            </a:r>
            <a:r>
              <a:rPr lang="es-ES" dirty="0"/>
              <a:t>": [31, 25, 16]}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</a:t>
            </a:r>
            <a:r>
              <a:rPr lang="es-ES" dirty="0"/>
              <a:t>["</a:t>
            </a:r>
            <a:r>
              <a:rPr lang="es-ES" dirty="0" err="1"/>
              <a:t>names</a:t>
            </a:r>
            <a:r>
              <a:rPr lang="es-ES" dirty="0"/>
              <a:t>"] = ["David", "Emilia", "Fernando"]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dicc</a:t>
            </a:r>
            <a:r>
              <a:rPr lang="es-ES" dirty="0"/>
              <a:t>["</a:t>
            </a:r>
            <a:r>
              <a:rPr lang="es-ES" dirty="0" err="1"/>
              <a:t>ages</a:t>
            </a:r>
            <a:r>
              <a:rPr lang="es-ES" dirty="0"/>
              <a:t>"][2] = 36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dicc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1892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MODIFICAR UN ELEMENTO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101782"/>
            <a:ext cx="11132976" cy="1219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Para agregar un nuevo par clave-valor, simplemente asigna un valor a una nueva clave: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056885" y="3653679"/>
            <a:ext cx="10078230" cy="1674101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 err="1"/>
              <a:t>mi_diccionario</a:t>
            </a:r>
            <a:r>
              <a:rPr lang="es-ES" dirty="0"/>
              <a:t> = {"nombre": "Juan", "edad": 30, "ciudad": "México"}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dirty="0" err="1"/>
              <a:t>mi_diccionario</a:t>
            </a:r>
            <a:r>
              <a:rPr lang="es-ES" dirty="0"/>
              <a:t>["email"] = "juan@example.com"</a:t>
            </a:r>
          </a:p>
        </p:txBody>
      </p:sp>
    </p:spTree>
    <p:extLst>
      <p:ext uri="{BB962C8B-B14F-4D97-AF65-F5344CB8AC3E}">
        <p14:creationId xmlns:p14="http://schemas.microsoft.com/office/powerpoint/2010/main" val="1014886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USO DEL ‘INPUT’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101782"/>
            <a:ext cx="11132976" cy="1219916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s-ES" dirty="0"/>
              <a:t>Podemos usar el método input para añadir elementos a un diccionario vacío</a:t>
            </a:r>
          </a:p>
          <a:p>
            <a:pPr marL="0" indent="0" algn="ctr">
              <a:buNone/>
            </a:pPr>
            <a:r>
              <a:rPr lang="es-ES" i="1" dirty="0">
                <a:solidFill>
                  <a:schemeClr val="accent2">
                    <a:lumMod val="50000"/>
                  </a:schemeClr>
                </a:solidFill>
              </a:rPr>
              <a:t>Nota: </a:t>
            </a:r>
            <a:r>
              <a:rPr lang="es-ES" dirty="0"/>
              <a:t>el método </a:t>
            </a:r>
            <a:r>
              <a:rPr lang="es-ES" dirty="0" err="1"/>
              <a:t>str</a:t>
            </a:r>
            <a:r>
              <a:rPr lang="es-ES" dirty="0"/>
              <a:t>() hace que lo que introduzcamos sea de tipo </a:t>
            </a:r>
            <a:r>
              <a:rPr lang="es-ES" dirty="0" err="1"/>
              <a:t>str</a:t>
            </a:r>
            <a:endParaRPr lang="es-E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3420153" y="3672341"/>
            <a:ext cx="5483874" cy="2709799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 err="1"/>
              <a:t>ficha_usuario</a:t>
            </a:r>
            <a:r>
              <a:rPr lang="es-ES" dirty="0"/>
              <a:t> = {}</a:t>
            </a:r>
          </a:p>
          <a:p>
            <a:pPr marL="0" indent="0" algn="just">
              <a:buNone/>
            </a:pPr>
            <a:r>
              <a:rPr lang="es-ES" dirty="0" err="1"/>
              <a:t>print</a:t>
            </a:r>
            <a:r>
              <a:rPr lang="es-ES" dirty="0"/>
              <a:t>("Introduzca su nombre:")</a:t>
            </a:r>
          </a:p>
          <a:p>
            <a:pPr marL="0" indent="0" algn="just">
              <a:buNone/>
            </a:pPr>
            <a:r>
              <a:rPr lang="es-ES" dirty="0" err="1"/>
              <a:t>ficha_usuario</a:t>
            </a:r>
            <a:r>
              <a:rPr lang="es-ES" dirty="0"/>
              <a:t>["</a:t>
            </a:r>
            <a:r>
              <a:rPr lang="es-ES" dirty="0" err="1"/>
              <a:t>name</a:t>
            </a:r>
            <a:r>
              <a:rPr lang="es-ES" dirty="0"/>
              <a:t>"] = </a:t>
            </a:r>
            <a:r>
              <a:rPr lang="es-ES" dirty="0" err="1"/>
              <a:t>str</a:t>
            </a:r>
            <a:r>
              <a:rPr lang="es-ES" dirty="0"/>
              <a:t>(input())</a:t>
            </a:r>
          </a:p>
          <a:p>
            <a:pPr marL="0" indent="0" algn="just">
              <a:buNone/>
            </a:pPr>
            <a:r>
              <a:rPr lang="es-ES" dirty="0" err="1"/>
              <a:t>print</a:t>
            </a:r>
            <a:r>
              <a:rPr lang="es-ES" dirty="0"/>
              <a:t>("Introduzca su edad:")</a:t>
            </a:r>
          </a:p>
          <a:p>
            <a:pPr marL="0" indent="0" algn="just">
              <a:buNone/>
            </a:pPr>
            <a:r>
              <a:rPr lang="es-ES" dirty="0" err="1"/>
              <a:t>ficha_usuario</a:t>
            </a:r>
            <a:r>
              <a:rPr lang="es-ES" dirty="0"/>
              <a:t>["</a:t>
            </a:r>
            <a:r>
              <a:rPr lang="es-ES" dirty="0" err="1"/>
              <a:t>age</a:t>
            </a:r>
            <a:r>
              <a:rPr lang="es-ES" dirty="0"/>
              <a:t>"] = </a:t>
            </a:r>
            <a:r>
              <a:rPr lang="es-ES" dirty="0" err="1"/>
              <a:t>int</a:t>
            </a:r>
            <a:r>
              <a:rPr lang="es-ES" dirty="0"/>
              <a:t>(input())</a:t>
            </a:r>
          </a:p>
        </p:txBody>
      </p:sp>
    </p:spTree>
    <p:extLst>
      <p:ext uri="{BB962C8B-B14F-4D97-AF65-F5344CB8AC3E}">
        <p14:creationId xmlns:p14="http://schemas.microsoft.com/office/powerpoint/2010/main" val="2932913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ELIMINAR OBJETOS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101782"/>
            <a:ext cx="11132976" cy="1219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Puedes eliminar un par clave-valor de un diccionario utilizando la instrucción del o el método pop():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109564" y="3536303"/>
            <a:ext cx="10105051" cy="2709799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 err="1"/>
              <a:t>mi_diccionario</a:t>
            </a:r>
            <a:r>
              <a:rPr lang="es-ES" dirty="0"/>
              <a:t> = {"nombre": "Juan", "edad": 30, "ciudad": "México"}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del </a:t>
            </a:r>
            <a:r>
              <a:rPr lang="es-ES" dirty="0" err="1"/>
              <a:t>mi_diccionario</a:t>
            </a:r>
            <a:r>
              <a:rPr lang="es-ES" dirty="0"/>
              <a:t>["ciudad"]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email = </a:t>
            </a:r>
            <a:r>
              <a:rPr lang="es-ES" dirty="0" err="1"/>
              <a:t>mi_diccionario.pop</a:t>
            </a:r>
            <a:r>
              <a:rPr lang="es-ES" dirty="0"/>
              <a:t>("email")</a:t>
            </a:r>
          </a:p>
        </p:txBody>
      </p:sp>
    </p:spTree>
    <p:extLst>
      <p:ext uri="{BB962C8B-B14F-4D97-AF65-F5344CB8AC3E}">
        <p14:creationId xmlns:p14="http://schemas.microsoft.com/office/powerpoint/2010/main" val="3948244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TAMAÑO DE UN DICCIONARIO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101782"/>
            <a:ext cx="11132976" cy="1219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El método </a:t>
            </a:r>
            <a:r>
              <a:rPr lang="es-ES" dirty="0" err="1"/>
              <a:t>len</a:t>
            </a:r>
            <a:r>
              <a:rPr lang="es-ES" dirty="0"/>
              <a:t>() nos devuelve la cantidad de elementos dentro de un diccionario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109564" y="3536303"/>
            <a:ext cx="10105051" cy="1614195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 err="1"/>
              <a:t>mi_diccionario</a:t>
            </a:r>
            <a:r>
              <a:rPr lang="es-ES" dirty="0"/>
              <a:t> = {"nombre": "Juan", "edad": 30, "ciudad": "México"}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 err="1"/>
              <a:t>Print</a:t>
            </a:r>
            <a:r>
              <a:rPr lang="es-ES" dirty="0"/>
              <a:t> ( </a:t>
            </a:r>
            <a:r>
              <a:rPr lang="es-ES" dirty="0" err="1"/>
              <a:t>len</a:t>
            </a:r>
            <a:r>
              <a:rPr lang="es-ES" dirty="0"/>
              <a:t>(</a:t>
            </a:r>
            <a:r>
              <a:rPr lang="es-ES" dirty="0" err="1"/>
              <a:t>mi_diccionario</a:t>
            </a:r>
            <a:r>
              <a:rPr lang="es-ES" dirty="0"/>
              <a:t>) )</a:t>
            </a:r>
          </a:p>
        </p:txBody>
      </p:sp>
    </p:spTree>
    <p:extLst>
      <p:ext uri="{BB962C8B-B14F-4D97-AF65-F5344CB8AC3E}">
        <p14:creationId xmlns:p14="http://schemas.microsoft.com/office/powerpoint/2010/main" val="1121587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COMPROBAR UNA CLAVE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101782"/>
            <a:ext cx="11132976" cy="1219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Puedes verificar si una clave existe en un diccionario utilizando el operador </a:t>
            </a:r>
            <a:r>
              <a:rPr lang="es-ES" b="1" i="1" dirty="0">
                <a:solidFill>
                  <a:schemeClr val="accent1">
                    <a:lumMod val="50000"/>
                  </a:schemeClr>
                </a:solidFill>
              </a:rPr>
              <a:t>in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109564" y="3536303"/>
            <a:ext cx="10105051" cy="213791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 err="1"/>
              <a:t>mi_diccionario</a:t>
            </a:r>
            <a:r>
              <a:rPr lang="es-ES" dirty="0"/>
              <a:t> = {"nombre": "Juan", "edad": 30, "ciudad": "México"}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 err="1"/>
              <a:t>if</a:t>
            </a:r>
            <a:r>
              <a:rPr lang="es-ES" dirty="0"/>
              <a:t> "nombre" in </a:t>
            </a:r>
            <a:r>
              <a:rPr lang="es-ES" dirty="0" err="1"/>
              <a:t>mi_diccionario</a:t>
            </a:r>
            <a:r>
              <a:rPr lang="es-ES" dirty="0"/>
              <a:t>:</a:t>
            </a:r>
          </a:p>
          <a:p>
            <a:pPr marL="0" indent="0" algn="just">
              <a:buNone/>
            </a:pPr>
            <a:r>
              <a:rPr lang="es-ES" dirty="0"/>
              <a:t>    </a:t>
            </a:r>
            <a:r>
              <a:rPr lang="es-ES" dirty="0" err="1"/>
              <a:t>print</a:t>
            </a:r>
            <a:r>
              <a:rPr lang="es-ES" dirty="0"/>
              <a:t>("La clave 'nombre' existe en el diccionario.")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6629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RECORRER UN DICCIOARIO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101782"/>
            <a:ext cx="11132976" cy="1219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Puedes recorrer un diccionario utilizando bucles </a:t>
            </a:r>
            <a:r>
              <a:rPr lang="es-ES" dirty="0" err="1"/>
              <a:t>for</a:t>
            </a:r>
            <a:r>
              <a:rPr lang="es-ES" dirty="0"/>
              <a:t> para acceder a sus claves o valores</a:t>
            </a:r>
            <a:endParaRPr lang="es-ES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109564" y="3536303"/>
            <a:ext cx="10105051" cy="213791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 err="1"/>
              <a:t>mi_diccionario</a:t>
            </a:r>
            <a:r>
              <a:rPr lang="es-ES" dirty="0"/>
              <a:t> = {"nombre": "Juan", "edad": 30, "ciudad": "México"}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 err="1"/>
              <a:t>for</a:t>
            </a:r>
            <a:r>
              <a:rPr lang="es-ES" dirty="0"/>
              <a:t> clave in </a:t>
            </a:r>
            <a:r>
              <a:rPr lang="es-ES" dirty="0" err="1"/>
              <a:t>mi_diccionario</a:t>
            </a:r>
            <a:r>
              <a:rPr lang="es-ES" dirty="0"/>
              <a:t>:</a:t>
            </a:r>
          </a:p>
          <a:p>
            <a:pPr marL="0" indent="0" algn="just">
              <a:buNone/>
            </a:pPr>
            <a:r>
              <a:rPr lang="es-ES" dirty="0"/>
              <a:t>    </a:t>
            </a:r>
            <a:r>
              <a:rPr lang="es-ES" dirty="0" err="1"/>
              <a:t>print</a:t>
            </a:r>
            <a:r>
              <a:rPr lang="es-ES" dirty="0"/>
              <a:t>(clave, </a:t>
            </a:r>
            <a:r>
              <a:rPr lang="es-ES" dirty="0" err="1"/>
              <a:t>mi_diccionario</a:t>
            </a:r>
            <a:r>
              <a:rPr lang="es-ES" dirty="0"/>
              <a:t>[clave])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8416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RECORRER UN DICCIOARIO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101782"/>
            <a:ext cx="11132976" cy="1219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También puedes utilizar el método </a:t>
            </a:r>
            <a:r>
              <a:rPr lang="es-ES" dirty="0" err="1"/>
              <a:t>items</a:t>
            </a:r>
            <a:r>
              <a:rPr lang="es-ES" dirty="0"/>
              <a:t>() para recorrer tanto claves como valores en pares: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1109564" y="3536303"/>
            <a:ext cx="10105051" cy="213791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 err="1"/>
              <a:t>mi_diccionario</a:t>
            </a:r>
            <a:r>
              <a:rPr lang="es-ES" dirty="0"/>
              <a:t> = {"nombre": "Juan", "edad": 30, "ciudad": "México"}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 err="1"/>
              <a:t>for</a:t>
            </a:r>
            <a:r>
              <a:rPr lang="es-ES" dirty="0"/>
              <a:t> clave, valor in </a:t>
            </a:r>
            <a:r>
              <a:rPr lang="es-ES" dirty="0" err="1"/>
              <a:t>mi_diccionario.items</a:t>
            </a:r>
            <a:r>
              <a:rPr lang="es-ES" dirty="0"/>
              <a:t>():</a:t>
            </a:r>
          </a:p>
          <a:p>
            <a:pPr marL="0" indent="0" algn="just">
              <a:buNone/>
            </a:pPr>
            <a:r>
              <a:rPr lang="es-ES" dirty="0"/>
              <a:t>    </a:t>
            </a:r>
            <a:r>
              <a:rPr lang="es-ES" dirty="0" err="1"/>
              <a:t>print</a:t>
            </a:r>
            <a:r>
              <a:rPr lang="es-ES" dirty="0"/>
              <a:t>(clave, valor)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8808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183783"/>
            <a:ext cx="11431555" cy="734724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DICCIONARIOS – LISTA DE DICCIONARIOS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B000-5D74-DE93-C1A5-C357EC3C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12" y="2101782"/>
            <a:ext cx="11132976" cy="1219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/>
              <a:t>Podemos crear una lista de diccionarios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F8E4AA-E066-CAF9-0EAD-896AABEFB616}"/>
              </a:ext>
            </a:extLst>
          </p:cNvPr>
          <p:cNvSpPr txBox="1">
            <a:spLocks/>
          </p:cNvSpPr>
          <p:nvPr/>
        </p:nvSpPr>
        <p:spPr>
          <a:xfrm>
            <a:off x="3287872" y="2789854"/>
            <a:ext cx="5748436" cy="3657600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dirty="0"/>
              <a:t>dicc_1 = {"</a:t>
            </a:r>
            <a:r>
              <a:rPr lang="es-ES" dirty="0" err="1"/>
              <a:t>name</a:t>
            </a:r>
            <a:r>
              <a:rPr lang="es-ES" dirty="0"/>
              <a:t>": “Ana", "</a:t>
            </a:r>
            <a:r>
              <a:rPr lang="es-ES" dirty="0" err="1"/>
              <a:t>age</a:t>
            </a:r>
            <a:r>
              <a:rPr lang="es-ES" dirty="0"/>
              <a:t>": 30 }</a:t>
            </a:r>
          </a:p>
          <a:p>
            <a:pPr marL="0" indent="0" algn="just">
              <a:buNone/>
            </a:pPr>
            <a:r>
              <a:rPr lang="es-ES" dirty="0"/>
              <a:t>dicc_2 = {"</a:t>
            </a:r>
            <a:r>
              <a:rPr lang="es-ES" dirty="0" err="1"/>
              <a:t>name</a:t>
            </a:r>
            <a:r>
              <a:rPr lang="es-ES" dirty="0"/>
              <a:t>": "Henry", "</a:t>
            </a:r>
            <a:r>
              <a:rPr lang="es-ES" dirty="0" err="1"/>
              <a:t>age</a:t>
            </a:r>
            <a:r>
              <a:rPr lang="es-ES" dirty="0"/>
              <a:t>": 27 }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lista = [dicc_1, dicc_2]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item</a:t>
            </a:r>
            <a:r>
              <a:rPr lang="es-ES" dirty="0"/>
              <a:t> in lista:</a:t>
            </a:r>
          </a:p>
          <a:p>
            <a:pPr marL="0" indent="0" algn="just">
              <a:buNone/>
            </a:pPr>
            <a:r>
              <a:rPr lang="es-ES" dirty="0"/>
              <a:t>  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item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0859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76AA-733F-FBF7-5E77-F1AB960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290" y="1183783"/>
            <a:ext cx="10973578" cy="734724"/>
          </a:xfrm>
        </p:spPr>
        <p:txBody>
          <a:bodyPr>
            <a:normAutofit/>
          </a:bodyPr>
          <a:lstStyle/>
          <a:p>
            <a:r>
              <a:rPr lang="en-US" b="1" i="1" dirty="0" err="1">
                <a:solidFill>
                  <a:schemeClr val="accent5">
                    <a:lumMod val="50000"/>
                  </a:schemeClr>
                </a:solidFill>
              </a:rPr>
              <a:t>Actividad</a:t>
            </a:r>
            <a:endParaRPr lang="en-US" b="1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8FCEE8-E91A-5629-ABA4-4FDF9FDF7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290" y="2918894"/>
            <a:ext cx="10515600" cy="1020212"/>
          </a:xfrm>
        </p:spPr>
        <p:txBody>
          <a:bodyPr/>
          <a:lstStyle/>
          <a:p>
            <a:pPr marL="0" indent="0">
              <a:buNone/>
            </a:pPr>
            <a:r>
              <a:rPr lang="es-419" dirty="0"/>
              <a:t>Resuelva la actividad enviada al correo, esta actividad vale por 10 puntos del siguiente laboratorio.</a:t>
            </a:r>
          </a:p>
        </p:txBody>
      </p:sp>
    </p:spTree>
    <p:extLst>
      <p:ext uri="{BB962C8B-B14F-4D97-AF65-F5344CB8AC3E}">
        <p14:creationId xmlns:p14="http://schemas.microsoft.com/office/powerpoint/2010/main" val="674554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80729DB-5BE6-FD0A-63C6-833510F89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626" y="6148875"/>
            <a:ext cx="3184502" cy="515461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 dirty="0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 dirty="0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3AA2CC3-6313-B0D8-CB7E-4794EDCB789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529" y="1241161"/>
            <a:ext cx="4988882" cy="81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066D8B94C2124CB030A8556EC7AB1E" ma:contentTypeVersion="0" ma:contentTypeDescription="Create a new document." ma:contentTypeScope="" ma:versionID="7320da552028702677b999defe559b7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7B93BB-9CA5-4676-8E6A-75182350A1C4}"/>
</file>

<file path=customXml/itemProps2.xml><?xml version="1.0" encoding="utf-8"?>
<ds:datastoreItem xmlns:ds="http://schemas.openxmlformats.org/officeDocument/2006/customXml" ds:itemID="{CCAFA6BC-6DBD-4D23-BDC8-400598C7D72E}"/>
</file>

<file path=customXml/itemProps3.xml><?xml version="1.0" encoding="utf-8"?>
<ds:datastoreItem xmlns:ds="http://schemas.openxmlformats.org/officeDocument/2006/customXml" ds:itemID="{F2394D7A-A1D6-4A62-B5D6-7C6934D753E3}"/>
</file>

<file path=docProps/app.xml><?xml version="1.0" encoding="utf-8"?>
<Properties xmlns="http://schemas.openxmlformats.org/officeDocument/2006/extended-properties" xmlns:vt="http://schemas.openxmlformats.org/officeDocument/2006/docPropsVTypes">
  <TotalTime>5248</TotalTime>
  <Words>1388</Words>
  <Application>Microsoft Office PowerPoint</Application>
  <PresentationFormat>Widescreen</PresentationFormat>
  <Paragraphs>154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Montserrat</vt:lpstr>
      <vt:lpstr>3_Tema de Office</vt:lpstr>
      <vt:lpstr>1_Tema de Office</vt:lpstr>
      <vt:lpstr>PowerPoint Presentation</vt:lpstr>
      <vt:lpstr>DICCIONARIOS</vt:lpstr>
      <vt:lpstr>DICCIONARIOS</vt:lpstr>
      <vt:lpstr>DICCIONARIOS Y LISTAS : DIFERENCIAS</vt:lpstr>
      <vt:lpstr>DICCIONARIOS</vt:lpstr>
      <vt:lpstr>DICCIONARIOS - DEFINICIÓN</vt:lpstr>
      <vt:lpstr>DICCIONARIOS - CREACIÓN</vt:lpstr>
      <vt:lpstr>DICCIONARIOS - CREACIÓN</vt:lpstr>
      <vt:lpstr>DICCIONARIOS - CREACIÓN</vt:lpstr>
      <vt:lpstr>DICCIONARIOS - CREACIÓN</vt:lpstr>
      <vt:lpstr>DICCIONARIOS - CREACIÓN</vt:lpstr>
      <vt:lpstr>DICCIONARIOS - CREACIÓN</vt:lpstr>
      <vt:lpstr>DICCIONARIOS – ACCEDER A SUS ELEMENTOS</vt:lpstr>
      <vt:lpstr>DICCIONARIOS – ACCEDER A SUS ELEMENTOS</vt:lpstr>
      <vt:lpstr>DICCIONARIOS – ACCEDER A SUS ELEMENTOS</vt:lpstr>
      <vt:lpstr>DICCIONARIOS – RECUPERAR TODAS SUS CLAVES</vt:lpstr>
      <vt:lpstr>DICCIONARIOS – RECUPERAR TODOS SUS ELEMENTOS</vt:lpstr>
      <vt:lpstr>DICCIONARIOS – MODIFICAR UN ELEMENTO</vt:lpstr>
      <vt:lpstr>DICCIONARIOS – MODIFICAR UN ELEMENTO</vt:lpstr>
      <vt:lpstr>DICCIONARIOS – MODIFICAR UN ELEMENTO</vt:lpstr>
      <vt:lpstr>DICCIONARIOS – MODIFICAR UN ELEMENTO</vt:lpstr>
      <vt:lpstr>DICCIONARIOS – USO DEL ‘INPUT’</vt:lpstr>
      <vt:lpstr>DICCIONARIOS – ELIMINAR OBJETOS</vt:lpstr>
      <vt:lpstr>DICCIONARIOS – TAMAÑO DE UN DICCIONARIO</vt:lpstr>
      <vt:lpstr>DICCIONARIOS – COMPROBAR UNA CLAVE</vt:lpstr>
      <vt:lpstr>DICCIONARIOS – RECORRER UN DICCIOARIO</vt:lpstr>
      <vt:lpstr>DICCIONARIOS – RECORRER UN DICCIOARIO</vt:lpstr>
      <vt:lpstr>DICCIONARIOS – LISTA DE DICCIONARIOS</vt:lpstr>
      <vt:lpstr>Actividad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WILLIAM GERALD GIRALDO ESCOBAR</cp:lastModifiedBy>
  <cp:revision>154</cp:revision>
  <dcterms:created xsi:type="dcterms:W3CDTF">2022-07-12T20:27:57Z</dcterms:created>
  <dcterms:modified xsi:type="dcterms:W3CDTF">2024-11-01T20:03:50Z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0x01010056066D8B94C2124CB030A8556EC7AB1E</vt:lpwstr>
  </property>
</Properties>
</file>